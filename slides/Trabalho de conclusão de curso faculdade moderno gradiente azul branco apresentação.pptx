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al MT Pro" panose="020B0604020202020204" charset="0"/>
      <p:regular r:id="rId12"/>
    </p:embeddedFont>
    <p:embeddedFont>
      <p:font typeface="Arial MT Pro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9" d="100"/>
          <a:sy n="69" d="100"/>
        </p:scale>
        <p:origin x="37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TextBox 3"/>
          <p:cNvSpPr txBox="1"/>
          <p:nvPr/>
        </p:nvSpPr>
        <p:spPr>
          <a:xfrm>
            <a:off x="6926120" y="2938347"/>
            <a:ext cx="7749375" cy="3915978"/>
          </a:xfrm>
          <a:prstGeom prst="rect">
            <a:avLst/>
          </a:prstGeom>
        </p:spPr>
        <p:txBody>
          <a:bodyPr lIns="0" tIns="0" rIns="0" bIns="0" rtlCol="0" anchor="t">
            <a:spAutoFit/>
          </a:bodyPr>
          <a:lstStyle/>
          <a:p>
            <a:pPr algn="l">
              <a:lnSpc>
                <a:spcPts val="9590"/>
              </a:lnSpc>
            </a:pPr>
            <a:r>
              <a:rPr lang="en-US" sz="10312" b="1" spc="-721">
                <a:solidFill>
                  <a:srgbClr val="000000"/>
                </a:solidFill>
                <a:latin typeface="Arial MT Pro Bold"/>
                <a:ea typeface="Arial MT Pro Bold"/>
                <a:cs typeface="Arial MT Pro Bold"/>
                <a:sym typeface="Arial MT Pro Bold"/>
              </a:rPr>
              <a:t>Trabalho de Conclusão </a:t>
            </a:r>
          </a:p>
          <a:p>
            <a:pPr algn="l">
              <a:lnSpc>
                <a:spcPts val="9590"/>
              </a:lnSpc>
            </a:pPr>
            <a:r>
              <a:rPr lang="en-US" sz="10312" b="1" spc="-721">
                <a:solidFill>
                  <a:srgbClr val="000000"/>
                </a:solidFill>
                <a:latin typeface="Arial MT Pro Bold"/>
                <a:ea typeface="Arial MT Pro Bold"/>
                <a:cs typeface="Arial MT Pro Bold"/>
                <a:sym typeface="Arial MT Pro Bold"/>
              </a:rPr>
              <a:t>de Curso</a:t>
            </a:r>
          </a:p>
        </p:txBody>
      </p:sp>
      <p:sp>
        <p:nvSpPr>
          <p:cNvPr id="4" name="AutoShape 4"/>
          <p:cNvSpPr/>
          <p:nvPr/>
        </p:nvSpPr>
        <p:spPr>
          <a:xfrm>
            <a:off x="13295843" y="2392824"/>
            <a:ext cx="6204398" cy="0"/>
          </a:xfrm>
          <a:prstGeom prst="line">
            <a:avLst/>
          </a:prstGeom>
          <a:ln w="38100" cap="rnd">
            <a:solidFill>
              <a:srgbClr val="000000"/>
            </a:solidFill>
            <a:prstDash val="solid"/>
            <a:headEnd type="none" w="sm" len="sm"/>
            <a:tailEnd type="none" w="sm" len="sm"/>
          </a:ln>
        </p:spPr>
        <p:txBody>
          <a:bodyPr/>
          <a:lstStyle/>
          <a:p>
            <a:endParaRPr lang="pt-BR"/>
          </a:p>
        </p:txBody>
      </p:sp>
      <p:sp>
        <p:nvSpPr>
          <p:cNvPr id="5" name="TextBox 5"/>
          <p:cNvSpPr txBox="1"/>
          <p:nvPr/>
        </p:nvSpPr>
        <p:spPr>
          <a:xfrm>
            <a:off x="7360048" y="6987675"/>
            <a:ext cx="5935794" cy="495300"/>
          </a:xfrm>
          <a:prstGeom prst="rect">
            <a:avLst/>
          </a:prstGeom>
        </p:spPr>
        <p:txBody>
          <a:bodyPr lIns="0" tIns="0" rIns="0" bIns="0" rtlCol="0" anchor="t">
            <a:spAutoFit/>
          </a:bodyPr>
          <a:lstStyle/>
          <a:p>
            <a:pPr marL="0" lvl="0" indent="0" algn="l">
              <a:lnSpc>
                <a:spcPts val="3300"/>
              </a:lnSpc>
              <a:spcBef>
                <a:spcPct val="0"/>
              </a:spcBef>
            </a:pPr>
            <a:r>
              <a:rPr lang="en-US" sz="3000" b="1" u="none" strike="noStrike">
                <a:solidFill>
                  <a:srgbClr val="FFFFFF"/>
                </a:solidFill>
                <a:latin typeface="Arial MT Pro Bold"/>
                <a:ea typeface="Arial MT Pro Bold"/>
                <a:cs typeface="Arial MT Pro Bold"/>
                <a:sym typeface="Arial MT Pro Bold"/>
              </a:rPr>
              <a:t>CURSO DE ADMINISTRAÇÃO</a:t>
            </a:r>
          </a:p>
        </p:txBody>
      </p:sp>
      <p:sp>
        <p:nvSpPr>
          <p:cNvPr id="6" name="Freeform 6"/>
          <p:cNvSpPr/>
          <p:nvPr/>
        </p:nvSpPr>
        <p:spPr>
          <a:xfrm>
            <a:off x="-3143541" y="913817"/>
            <a:ext cx="8344483" cy="8344483"/>
          </a:xfrm>
          <a:custGeom>
            <a:avLst/>
            <a:gdLst/>
            <a:ahLst/>
            <a:cxnLst/>
            <a:rect l="l" t="t" r="r" b="b"/>
            <a:pathLst>
              <a:path w="8344483" h="8344483">
                <a:moveTo>
                  <a:pt x="0" y="0"/>
                </a:moveTo>
                <a:lnTo>
                  <a:pt x="8344482" y="0"/>
                </a:lnTo>
                <a:lnTo>
                  <a:pt x="8344482" y="8344483"/>
                </a:lnTo>
                <a:lnTo>
                  <a:pt x="0" y="83444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7" name="Freeform 7"/>
          <p:cNvSpPr/>
          <p:nvPr/>
        </p:nvSpPr>
        <p:spPr>
          <a:xfrm rot="-10477754">
            <a:off x="15412376" y="374604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8" name="TextBox 8"/>
          <p:cNvSpPr txBox="1"/>
          <p:nvPr/>
        </p:nvSpPr>
        <p:spPr>
          <a:xfrm>
            <a:off x="7013720" y="7930087"/>
            <a:ext cx="7151541" cy="1069068"/>
          </a:xfrm>
          <a:prstGeom prst="rect">
            <a:avLst/>
          </a:prstGeom>
        </p:spPr>
        <p:txBody>
          <a:bodyPr lIns="0" tIns="0" rIns="0" bIns="0" rtlCol="0" anchor="t">
            <a:spAutoFit/>
          </a:bodyPr>
          <a:lstStyle/>
          <a:p>
            <a:pPr algn="just">
              <a:lnSpc>
                <a:spcPts val="4074"/>
              </a:lnSpc>
            </a:pPr>
            <a:r>
              <a:rPr lang="en-US" sz="2910" spc="-58">
                <a:solidFill>
                  <a:srgbClr val="000000"/>
                </a:solidFill>
                <a:latin typeface="Arial MT Pro"/>
                <a:ea typeface="Arial MT Pro"/>
                <a:cs typeface="Arial MT Pro"/>
                <a:sym typeface="Arial MT Pro"/>
              </a:rPr>
              <a:t>Aluna: Juliana Silva</a:t>
            </a:r>
          </a:p>
          <a:p>
            <a:pPr algn="just">
              <a:lnSpc>
                <a:spcPts val="4074"/>
              </a:lnSpc>
            </a:pPr>
            <a:r>
              <a:rPr lang="en-US" sz="2910" spc="-58">
                <a:solidFill>
                  <a:srgbClr val="000000"/>
                </a:solidFill>
                <a:latin typeface="Arial MT Pro"/>
                <a:ea typeface="Arial MT Pro"/>
                <a:cs typeface="Arial MT Pro"/>
                <a:sym typeface="Arial MT Pro"/>
              </a:rPr>
              <a:t>Professor: Pedro Fernandes</a:t>
            </a:r>
          </a:p>
        </p:txBody>
      </p:sp>
      <p:sp>
        <p:nvSpPr>
          <p:cNvPr id="9" name="TextBox 9"/>
          <p:cNvSpPr txBox="1"/>
          <p:nvPr/>
        </p:nvSpPr>
        <p:spPr>
          <a:xfrm>
            <a:off x="6926120" y="2132413"/>
            <a:ext cx="6379599" cy="567808"/>
          </a:xfrm>
          <a:prstGeom prst="rect">
            <a:avLst/>
          </a:prstGeom>
        </p:spPr>
        <p:txBody>
          <a:bodyPr lIns="0" tIns="0" rIns="0" bIns="0" rtlCol="0" anchor="t">
            <a:spAutoFit/>
          </a:bodyPr>
          <a:lstStyle/>
          <a:p>
            <a:pPr algn="l">
              <a:lnSpc>
                <a:spcPts val="3711"/>
              </a:lnSpc>
            </a:pPr>
            <a:r>
              <a:rPr lang="en-US" sz="3568" spc="-71">
                <a:solidFill>
                  <a:srgbClr val="000000"/>
                </a:solidFill>
                <a:latin typeface="Arial MT Pro"/>
                <a:ea typeface="Arial MT Pro"/>
                <a:cs typeface="Arial MT Pro"/>
                <a:sym typeface="Arial MT Pro"/>
              </a:rPr>
              <a:t>FACULDADE BORCELLE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Freeform 3"/>
          <p:cNvSpPr/>
          <p:nvPr/>
        </p:nvSpPr>
        <p:spPr>
          <a:xfrm rot="-10477754">
            <a:off x="13912687" y="-237062"/>
            <a:ext cx="7062925" cy="7062925"/>
          </a:xfrm>
          <a:custGeom>
            <a:avLst/>
            <a:gdLst/>
            <a:ahLst/>
            <a:cxnLst/>
            <a:rect l="l" t="t" r="r" b="b"/>
            <a:pathLst>
              <a:path w="7062925" h="7062925">
                <a:moveTo>
                  <a:pt x="0" y="0"/>
                </a:moveTo>
                <a:lnTo>
                  <a:pt x="7062925" y="0"/>
                </a:lnTo>
                <a:lnTo>
                  <a:pt x="7062925" y="7062925"/>
                </a:lnTo>
                <a:lnTo>
                  <a:pt x="0" y="70629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4" name="TextBox 4"/>
          <p:cNvSpPr txBox="1"/>
          <p:nvPr/>
        </p:nvSpPr>
        <p:spPr>
          <a:xfrm>
            <a:off x="2210736" y="1095375"/>
            <a:ext cx="4255380" cy="1496628"/>
          </a:xfrm>
          <a:prstGeom prst="rect">
            <a:avLst/>
          </a:prstGeom>
        </p:spPr>
        <p:txBody>
          <a:bodyPr lIns="0" tIns="0" rIns="0" bIns="0" rtlCol="0" anchor="t">
            <a:spAutoFit/>
          </a:bodyPr>
          <a:lstStyle/>
          <a:p>
            <a:pPr marL="0" lvl="0" indent="0" algn="l">
              <a:lnSpc>
                <a:spcPts val="9590"/>
              </a:lnSpc>
              <a:spcBef>
                <a:spcPct val="0"/>
              </a:spcBef>
            </a:pPr>
            <a:r>
              <a:rPr lang="en-US" sz="10312" b="1" spc="-721">
                <a:solidFill>
                  <a:srgbClr val="000000"/>
                </a:solidFill>
                <a:latin typeface="Arial MT Pro Bold"/>
                <a:ea typeface="Arial MT Pro Bold"/>
                <a:cs typeface="Arial MT Pro Bold"/>
                <a:sym typeface="Arial MT Pro Bold"/>
              </a:rPr>
              <a:t>Í</a:t>
            </a:r>
            <a:r>
              <a:rPr lang="en-US" sz="10312" b="1" u="none" strike="noStrike" spc="-721">
                <a:solidFill>
                  <a:srgbClr val="000000"/>
                </a:solidFill>
                <a:latin typeface="Arial MT Pro Bold"/>
                <a:ea typeface="Arial MT Pro Bold"/>
                <a:cs typeface="Arial MT Pro Bold"/>
                <a:sym typeface="Arial MT Pro Bold"/>
              </a:rPr>
              <a:t>ndice</a:t>
            </a:r>
          </a:p>
        </p:txBody>
      </p:sp>
      <p:sp>
        <p:nvSpPr>
          <p:cNvPr id="5" name="Freeform 5"/>
          <p:cNvSpPr/>
          <p:nvPr/>
        </p:nvSpPr>
        <p:spPr>
          <a:xfrm>
            <a:off x="13597644" y="356775"/>
            <a:ext cx="3661656" cy="3628368"/>
          </a:xfrm>
          <a:custGeom>
            <a:avLst/>
            <a:gdLst/>
            <a:ahLst/>
            <a:cxnLst/>
            <a:rect l="l" t="t" r="r" b="b"/>
            <a:pathLst>
              <a:path w="3661656" h="3628368">
                <a:moveTo>
                  <a:pt x="0" y="0"/>
                </a:moveTo>
                <a:lnTo>
                  <a:pt x="3661656" y="0"/>
                </a:lnTo>
                <a:lnTo>
                  <a:pt x="3661656" y="3628368"/>
                </a:lnTo>
                <a:lnTo>
                  <a:pt x="0" y="36283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6" name="AutoShape 6"/>
          <p:cNvSpPr/>
          <p:nvPr/>
        </p:nvSpPr>
        <p:spPr>
          <a:xfrm>
            <a:off x="2019617" y="2375946"/>
            <a:ext cx="6204398" cy="0"/>
          </a:xfrm>
          <a:prstGeom prst="line">
            <a:avLst/>
          </a:prstGeom>
          <a:ln w="38100" cap="rnd">
            <a:solidFill>
              <a:srgbClr val="000000"/>
            </a:solidFill>
            <a:prstDash val="solid"/>
            <a:headEnd type="none" w="sm" len="sm"/>
            <a:tailEnd type="none" w="sm" len="sm"/>
          </a:ln>
        </p:spPr>
        <p:txBody>
          <a:bodyPr/>
          <a:lstStyle/>
          <a:p>
            <a:endParaRPr lang="pt-BR"/>
          </a:p>
        </p:txBody>
      </p:sp>
      <p:sp>
        <p:nvSpPr>
          <p:cNvPr id="7" name="Freeform 7"/>
          <p:cNvSpPr/>
          <p:nvPr/>
        </p:nvSpPr>
        <p:spPr>
          <a:xfrm flipH="1" flipV="1">
            <a:off x="0" y="8772096"/>
            <a:ext cx="7315200" cy="3724102"/>
          </a:xfrm>
          <a:custGeom>
            <a:avLst/>
            <a:gdLst/>
            <a:ahLst/>
            <a:cxnLst/>
            <a:rect l="l" t="t" r="r" b="b"/>
            <a:pathLst>
              <a:path w="7315200" h="3724102">
                <a:moveTo>
                  <a:pt x="7315200" y="3724102"/>
                </a:moveTo>
                <a:lnTo>
                  <a:pt x="0" y="3724102"/>
                </a:lnTo>
                <a:lnTo>
                  <a:pt x="0" y="0"/>
                </a:lnTo>
                <a:lnTo>
                  <a:pt x="7315200" y="0"/>
                </a:lnTo>
                <a:lnTo>
                  <a:pt x="7315200" y="3724102"/>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pt-BR"/>
          </a:p>
        </p:txBody>
      </p:sp>
      <p:sp>
        <p:nvSpPr>
          <p:cNvPr id="8" name="TextBox 8"/>
          <p:cNvSpPr txBox="1"/>
          <p:nvPr/>
        </p:nvSpPr>
        <p:spPr>
          <a:xfrm>
            <a:off x="3094372" y="3094376"/>
            <a:ext cx="8120602" cy="4375417"/>
          </a:xfrm>
          <a:prstGeom prst="rect">
            <a:avLst/>
          </a:prstGeom>
        </p:spPr>
        <p:txBody>
          <a:bodyPr lIns="0" tIns="0" rIns="0" bIns="0" rtlCol="0" anchor="t">
            <a:spAutoFit/>
          </a:bodyPr>
          <a:lstStyle/>
          <a:p>
            <a:pPr marL="0" lvl="0" indent="0" algn="l">
              <a:lnSpc>
                <a:spcPts val="5732"/>
              </a:lnSpc>
            </a:pPr>
            <a:r>
              <a:rPr lang="en-US" sz="3674" u="none" strike="noStrike" spc="-99">
                <a:solidFill>
                  <a:srgbClr val="000000"/>
                </a:solidFill>
                <a:latin typeface="Arial MT Pro"/>
                <a:ea typeface="Arial MT Pro"/>
                <a:cs typeface="Arial MT Pro"/>
                <a:sym typeface="Arial MT Pro"/>
              </a:rPr>
              <a:t>INTRODUÇÃO</a:t>
            </a:r>
          </a:p>
          <a:p>
            <a:pPr marL="0" lvl="0" indent="0" algn="l">
              <a:lnSpc>
                <a:spcPts val="5732"/>
              </a:lnSpc>
            </a:pPr>
            <a:r>
              <a:rPr lang="en-US" sz="3674" u="none" strike="noStrike" spc="-99">
                <a:solidFill>
                  <a:srgbClr val="000000"/>
                </a:solidFill>
                <a:latin typeface="Arial MT Pro"/>
                <a:ea typeface="Arial MT Pro"/>
                <a:cs typeface="Arial MT Pro"/>
                <a:sym typeface="Arial MT Pro"/>
              </a:rPr>
              <a:t>METODOLOGIA</a:t>
            </a:r>
          </a:p>
          <a:p>
            <a:pPr marL="0" lvl="0" indent="0" algn="l">
              <a:lnSpc>
                <a:spcPts val="5732"/>
              </a:lnSpc>
            </a:pPr>
            <a:r>
              <a:rPr lang="en-US" sz="3674" u="none" strike="noStrike" spc="-99">
                <a:solidFill>
                  <a:srgbClr val="000000"/>
                </a:solidFill>
                <a:latin typeface="Arial MT Pro"/>
                <a:ea typeface="Arial MT Pro"/>
                <a:cs typeface="Arial MT Pro"/>
                <a:sym typeface="Arial MT Pro"/>
              </a:rPr>
              <a:t>PLANO DE ADMINISTRAÇÃO</a:t>
            </a:r>
          </a:p>
          <a:p>
            <a:pPr marL="0" lvl="0" indent="0" algn="l">
              <a:lnSpc>
                <a:spcPts val="5732"/>
              </a:lnSpc>
            </a:pPr>
            <a:r>
              <a:rPr lang="en-US" sz="3674" u="none" strike="noStrike" spc="-99">
                <a:solidFill>
                  <a:srgbClr val="000000"/>
                </a:solidFill>
                <a:latin typeface="Arial MT Pro"/>
                <a:ea typeface="Arial MT Pro"/>
                <a:cs typeface="Arial MT Pro"/>
                <a:sym typeface="Arial MT Pro"/>
              </a:rPr>
              <a:t>RECURSOS HUMANOS</a:t>
            </a:r>
          </a:p>
          <a:p>
            <a:pPr marL="0" lvl="0" indent="0" algn="l">
              <a:lnSpc>
                <a:spcPts val="5732"/>
              </a:lnSpc>
            </a:pPr>
            <a:r>
              <a:rPr lang="en-US" sz="3674" u="none" strike="noStrike" spc="-99">
                <a:solidFill>
                  <a:srgbClr val="000000"/>
                </a:solidFill>
                <a:latin typeface="Arial MT Pro"/>
                <a:ea typeface="Arial MT Pro"/>
                <a:cs typeface="Arial MT Pro"/>
                <a:sym typeface="Arial MT Pro"/>
              </a:rPr>
              <a:t>CONCLUSÃO</a:t>
            </a:r>
          </a:p>
          <a:p>
            <a:pPr marL="0" lvl="0" indent="0" algn="l">
              <a:lnSpc>
                <a:spcPts val="5732"/>
              </a:lnSpc>
            </a:pPr>
            <a:r>
              <a:rPr lang="en-US" sz="3674" u="none" strike="noStrike" spc="-99">
                <a:solidFill>
                  <a:srgbClr val="000000"/>
                </a:solidFill>
                <a:latin typeface="Arial MT Pro"/>
                <a:ea typeface="Arial MT Pro"/>
                <a:cs typeface="Arial MT Pro"/>
                <a:sym typeface="Arial MT Pro"/>
              </a:rPr>
              <a:t>REFERÊNCIAS</a:t>
            </a:r>
          </a:p>
        </p:txBody>
      </p:sp>
      <p:sp>
        <p:nvSpPr>
          <p:cNvPr id="9" name="TextBox 9"/>
          <p:cNvSpPr txBox="1"/>
          <p:nvPr/>
        </p:nvSpPr>
        <p:spPr>
          <a:xfrm>
            <a:off x="1717257" y="3094376"/>
            <a:ext cx="990917" cy="4375417"/>
          </a:xfrm>
          <a:prstGeom prst="rect">
            <a:avLst/>
          </a:prstGeom>
        </p:spPr>
        <p:txBody>
          <a:bodyPr lIns="0" tIns="0" rIns="0" bIns="0" rtlCol="0" anchor="t">
            <a:spAutoFit/>
          </a:bodyPr>
          <a:lstStyle/>
          <a:p>
            <a:pPr algn="r">
              <a:lnSpc>
                <a:spcPts val="5732"/>
              </a:lnSpc>
            </a:pPr>
            <a:r>
              <a:rPr lang="en-US" sz="3674" b="1" spc="-99">
                <a:solidFill>
                  <a:srgbClr val="000000"/>
                </a:solidFill>
                <a:latin typeface="Arial MT Pro Bold"/>
                <a:ea typeface="Arial MT Pro Bold"/>
                <a:cs typeface="Arial MT Pro Bold"/>
                <a:sym typeface="Arial MT Pro Bold"/>
              </a:rPr>
              <a:t>03</a:t>
            </a:r>
          </a:p>
          <a:p>
            <a:pPr algn="r">
              <a:lnSpc>
                <a:spcPts val="5732"/>
              </a:lnSpc>
            </a:pPr>
            <a:r>
              <a:rPr lang="en-US" sz="3674" b="1" spc="-99">
                <a:solidFill>
                  <a:srgbClr val="000000"/>
                </a:solidFill>
                <a:latin typeface="Arial MT Pro Bold"/>
                <a:ea typeface="Arial MT Pro Bold"/>
                <a:cs typeface="Arial MT Pro Bold"/>
                <a:sym typeface="Arial MT Pro Bold"/>
              </a:rPr>
              <a:t>04</a:t>
            </a:r>
          </a:p>
          <a:p>
            <a:pPr algn="r">
              <a:lnSpc>
                <a:spcPts val="5732"/>
              </a:lnSpc>
            </a:pPr>
            <a:r>
              <a:rPr lang="en-US" sz="3674" b="1" spc="-99">
                <a:solidFill>
                  <a:srgbClr val="000000"/>
                </a:solidFill>
                <a:latin typeface="Arial MT Pro Bold"/>
                <a:ea typeface="Arial MT Pro Bold"/>
                <a:cs typeface="Arial MT Pro Bold"/>
                <a:sym typeface="Arial MT Pro Bold"/>
              </a:rPr>
              <a:t>05</a:t>
            </a:r>
          </a:p>
          <a:p>
            <a:pPr algn="r">
              <a:lnSpc>
                <a:spcPts val="5732"/>
              </a:lnSpc>
            </a:pPr>
            <a:r>
              <a:rPr lang="en-US" sz="3674" b="1" spc="-99">
                <a:solidFill>
                  <a:srgbClr val="000000"/>
                </a:solidFill>
                <a:latin typeface="Arial MT Pro Bold"/>
                <a:ea typeface="Arial MT Pro Bold"/>
                <a:cs typeface="Arial MT Pro Bold"/>
                <a:sym typeface="Arial MT Pro Bold"/>
              </a:rPr>
              <a:t>08</a:t>
            </a:r>
          </a:p>
          <a:p>
            <a:pPr algn="r">
              <a:lnSpc>
                <a:spcPts val="5732"/>
              </a:lnSpc>
            </a:pPr>
            <a:r>
              <a:rPr lang="en-US" sz="3674" b="1" spc="-99">
                <a:solidFill>
                  <a:srgbClr val="000000"/>
                </a:solidFill>
                <a:latin typeface="Arial MT Pro Bold"/>
                <a:ea typeface="Arial MT Pro Bold"/>
                <a:cs typeface="Arial MT Pro Bold"/>
                <a:sym typeface="Arial MT Pro Bold"/>
              </a:rPr>
              <a:t>09</a:t>
            </a:r>
          </a:p>
          <a:p>
            <a:pPr marL="0" lvl="0" indent="0" algn="r">
              <a:lnSpc>
                <a:spcPts val="5732"/>
              </a:lnSpc>
            </a:pPr>
            <a:r>
              <a:rPr lang="en-US" sz="3674" b="1" spc="-99">
                <a:solidFill>
                  <a:srgbClr val="000000"/>
                </a:solidFill>
                <a:latin typeface="Arial MT Pro Bold"/>
                <a:ea typeface="Arial MT Pro Bold"/>
                <a:cs typeface="Arial MT Pro Bold"/>
                <a:sym typeface="Arial MT Pro Bold"/>
              </a:rPr>
              <a:t>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Freeform 3"/>
          <p:cNvSpPr/>
          <p:nvPr/>
        </p:nvSpPr>
        <p:spPr>
          <a:xfrm rot="-7580195">
            <a:off x="14295836" y="-2703698"/>
            <a:ext cx="8344483" cy="8344483"/>
          </a:xfrm>
          <a:custGeom>
            <a:avLst/>
            <a:gdLst/>
            <a:ahLst/>
            <a:cxnLst/>
            <a:rect l="l" t="t" r="r" b="b"/>
            <a:pathLst>
              <a:path w="8344483" h="8344483">
                <a:moveTo>
                  <a:pt x="0" y="0"/>
                </a:moveTo>
                <a:lnTo>
                  <a:pt x="8344483" y="0"/>
                </a:lnTo>
                <a:lnTo>
                  <a:pt x="8344483" y="8344483"/>
                </a:lnTo>
                <a:lnTo>
                  <a:pt x="0" y="83444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4" name="TextBox 4"/>
          <p:cNvSpPr txBox="1"/>
          <p:nvPr/>
        </p:nvSpPr>
        <p:spPr>
          <a:xfrm>
            <a:off x="1236620" y="3599504"/>
            <a:ext cx="10681390" cy="4669790"/>
          </a:xfrm>
          <a:prstGeom prst="rect">
            <a:avLst/>
          </a:prstGeom>
        </p:spPr>
        <p:txBody>
          <a:bodyPr lIns="0" tIns="0" rIns="0" bIns="0" rtlCol="0" anchor="t">
            <a:spAutoFit/>
          </a:bodyPr>
          <a:lstStyle/>
          <a:p>
            <a:pPr marL="0" lvl="0" indent="0" algn="ctr">
              <a:lnSpc>
                <a:spcPts val="4060"/>
              </a:lnSpc>
            </a:pPr>
            <a:r>
              <a:rPr lang="en-US" sz="2900">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Mauris nisi ligula, rhoncus eget risus blandit, rutrum laoreet lectus. Duis porttitor quam quis libero dapibus suscipit. Integer feugiat bibendum velit, sit amet volutpat libero gravida lobortis. Phasellus ut sodales arcu. Fusce volutpat lacinia nisi sit amet volutpat.</a:t>
            </a:r>
          </a:p>
        </p:txBody>
      </p:sp>
      <p:sp>
        <p:nvSpPr>
          <p:cNvPr id="5" name="Freeform 5"/>
          <p:cNvSpPr/>
          <p:nvPr/>
        </p:nvSpPr>
        <p:spPr>
          <a:xfrm>
            <a:off x="13743336" y="2570964"/>
            <a:ext cx="3015432" cy="3015432"/>
          </a:xfrm>
          <a:custGeom>
            <a:avLst/>
            <a:gdLst/>
            <a:ahLst/>
            <a:cxnLst/>
            <a:rect l="l" t="t" r="r" b="b"/>
            <a:pathLst>
              <a:path w="3015432" h="3015432">
                <a:moveTo>
                  <a:pt x="0" y="0"/>
                </a:moveTo>
                <a:lnTo>
                  <a:pt x="3015433" y="0"/>
                </a:lnTo>
                <a:lnTo>
                  <a:pt x="3015433" y="3015432"/>
                </a:lnTo>
                <a:lnTo>
                  <a:pt x="0" y="30154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6" name="TextBox 6"/>
          <p:cNvSpPr txBox="1"/>
          <p:nvPr/>
        </p:nvSpPr>
        <p:spPr>
          <a:xfrm>
            <a:off x="12634960" y="5882732"/>
            <a:ext cx="4624340" cy="1418929"/>
          </a:xfrm>
          <a:prstGeom prst="rect">
            <a:avLst/>
          </a:prstGeom>
        </p:spPr>
        <p:txBody>
          <a:bodyPr lIns="0" tIns="0" rIns="0" bIns="0" rtlCol="0" anchor="t">
            <a:spAutoFit/>
          </a:bodyPr>
          <a:lstStyle/>
          <a:p>
            <a:pPr marL="0" lvl="0" indent="0" algn="ctr">
              <a:lnSpc>
                <a:spcPts val="4992"/>
              </a:lnSpc>
              <a:spcBef>
                <a:spcPct val="0"/>
              </a:spcBef>
            </a:pPr>
            <a:r>
              <a:rPr lang="en-US" sz="5368" b="1" spc="-375">
                <a:solidFill>
                  <a:srgbClr val="000000"/>
                </a:solidFill>
                <a:latin typeface="Arial MT Pro Bold"/>
                <a:ea typeface="Arial MT Pro Bold"/>
                <a:cs typeface="Arial MT Pro Bold"/>
                <a:sym typeface="Arial MT Pro Bold"/>
              </a:rPr>
              <a:t>I</a:t>
            </a:r>
            <a:r>
              <a:rPr lang="en-US" sz="5368" b="1" u="none" strike="noStrike" spc="-375">
                <a:solidFill>
                  <a:srgbClr val="000000"/>
                </a:solidFill>
                <a:latin typeface="Arial MT Pro Bold"/>
                <a:ea typeface="Arial MT Pro Bold"/>
                <a:cs typeface="Arial MT Pro Bold"/>
                <a:sym typeface="Arial MT Pro Bold"/>
              </a:rPr>
              <a:t>deias administrativas</a:t>
            </a:r>
          </a:p>
        </p:txBody>
      </p:sp>
      <p:sp>
        <p:nvSpPr>
          <p:cNvPr id="7" name="TextBox 7"/>
          <p:cNvSpPr txBox="1"/>
          <p:nvPr/>
        </p:nvSpPr>
        <p:spPr>
          <a:xfrm>
            <a:off x="1427739" y="1739149"/>
            <a:ext cx="6933264" cy="1496628"/>
          </a:xfrm>
          <a:prstGeom prst="rect">
            <a:avLst/>
          </a:prstGeom>
        </p:spPr>
        <p:txBody>
          <a:bodyPr lIns="0" tIns="0" rIns="0" bIns="0" rtlCol="0" anchor="t">
            <a:spAutoFit/>
          </a:bodyPr>
          <a:lstStyle/>
          <a:p>
            <a:pPr marL="0" lvl="0" indent="0" algn="l">
              <a:lnSpc>
                <a:spcPts val="9590"/>
              </a:lnSpc>
              <a:spcBef>
                <a:spcPct val="0"/>
              </a:spcBef>
            </a:pPr>
            <a:r>
              <a:rPr lang="en-US" sz="10312" b="1" spc="-721">
                <a:solidFill>
                  <a:srgbClr val="000000"/>
                </a:solidFill>
                <a:latin typeface="Arial MT Pro Bold"/>
                <a:ea typeface="Arial MT Pro Bold"/>
                <a:cs typeface="Arial MT Pro Bold"/>
                <a:sym typeface="Arial MT Pro Bold"/>
              </a:rPr>
              <a:t>Introdução</a:t>
            </a:r>
          </a:p>
        </p:txBody>
      </p:sp>
      <p:sp>
        <p:nvSpPr>
          <p:cNvPr id="8" name="AutoShape 8"/>
          <p:cNvSpPr/>
          <p:nvPr/>
        </p:nvSpPr>
        <p:spPr>
          <a:xfrm>
            <a:off x="1236620" y="3019720"/>
            <a:ext cx="6204398" cy="0"/>
          </a:xfrm>
          <a:prstGeom prst="line">
            <a:avLst/>
          </a:prstGeom>
          <a:ln w="38100" cap="rnd">
            <a:solidFill>
              <a:srgbClr val="000000"/>
            </a:solidFill>
            <a:prstDash val="solid"/>
            <a:headEnd type="none" w="sm" len="sm"/>
            <a:tailEnd type="none" w="sm" len="sm"/>
          </a:ln>
        </p:spPr>
        <p:txBody>
          <a:bodyPr/>
          <a:lstStyle/>
          <a:p>
            <a:endParaRPr lang="pt-B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64128" y="-548696"/>
            <a:ext cx="1792828" cy="11019359"/>
            <a:chOff x="0" y="0"/>
            <a:chExt cx="472185" cy="2902218"/>
          </a:xfrm>
        </p:grpSpPr>
        <p:sp>
          <p:nvSpPr>
            <p:cNvPr id="3" name="Freeform 3"/>
            <p:cNvSpPr/>
            <p:nvPr/>
          </p:nvSpPr>
          <p:spPr>
            <a:xfrm>
              <a:off x="0" y="0"/>
              <a:ext cx="472185" cy="2902218"/>
            </a:xfrm>
            <a:custGeom>
              <a:avLst/>
              <a:gdLst/>
              <a:ahLst/>
              <a:cxnLst/>
              <a:rect l="l" t="t" r="r" b="b"/>
              <a:pathLst>
                <a:path w="472185" h="2902218">
                  <a:moveTo>
                    <a:pt x="0" y="0"/>
                  </a:moveTo>
                  <a:lnTo>
                    <a:pt x="472185" y="0"/>
                  </a:lnTo>
                  <a:lnTo>
                    <a:pt x="472185" y="2902218"/>
                  </a:lnTo>
                  <a:lnTo>
                    <a:pt x="0" y="2902218"/>
                  </a:lnTo>
                  <a:close/>
                </a:path>
              </a:pathLst>
            </a:custGeom>
            <a:solidFill>
              <a:srgbClr val="000000"/>
            </a:solidFill>
          </p:spPr>
          <p:txBody>
            <a:bodyPr/>
            <a:lstStyle/>
            <a:p>
              <a:endParaRPr lang="pt-BR"/>
            </a:p>
          </p:txBody>
        </p:sp>
        <p:sp>
          <p:nvSpPr>
            <p:cNvPr id="4" name="TextBox 4"/>
            <p:cNvSpPr txBox="1"/>
            <p:nvPr/>
          </p:nvSpPr>
          <p:spPr>
            <a:xfrm>
              <a:off x="0" y="-76200"/>
              <a:ext cx="472185" cy="297841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10477754">
            <a:off x="13912687" y="-237062"/>
            <a:ext cx="7062925" cy="7062925"/>
          </a:xfrm>
          <a:custGeom>
            <a:avLst/>
            <a:gdLst/>
            <a:ahLst/>
            <a:cxnLst/>
            <a:rect l="l" t="t" r="r" b="b"/>
            <a:pathLst>
              <a:path w="7062925" h="7062925">
                <a:moveTo>
                  <a:pt x="0" y="0"/>
                </a:moveTo>
                <a:lnTo>
                  <a:pt x="7062925" y="0"/>
                </a:lnTo>
                <a:lnTo>
                  <a:pt x="7062925" y="7062925"/>
                </a:lnTo>
                <a:lnTo>
                  <a:pt x="0" y="70629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pt-BR"/>
          </a:p>
        </p:txBody>
      </p:sp>
      <p:sp>
        <p:nvSpPr>
          <p:cNvPr id="6" name="TextBox 6"/>
          <p:cNvSpPr txBox="1"/>
          <p:nvPr/>
        </p:nvSpPr>
        <p:spPr>
          <a:xfrm>
            <a:off x="2024847" y="5029200"/>
            <a:ext cx="13287548" cy="3641090"/>
          </a:xfrm>
          <a:prstGeom prst="rect">
            <a:avLst/>
          </a:prstGeom>
        </p:spPr>
        <p:txBody>
          <a:bodyPr lIns="0" tIns="0" rIns="0" bIns="0" rtlCol="0" anchor="t">
            <a:spAutoFit/>
          </a:bodyPr>
          <a:lstStyle/>
          <a:p>
            <a:pPr marL="0" lvl="0" indent="0" algn="just">
              <a:lnSpc>
                <a:spcPts val="4060"/>
              </a:lnSpc>
            </a:pPr>
            <a:r>
              <a:rPr lang="en-US" sz="2900">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Mauris nisi ligula, rhoncus eget risus blandit, rutrum laoreet lectus. Duis porttitor quam quis libero dapibus suscipit. Integer feugiat bibendum velit, sit amet volutpat libero gravida lobortis. Phasellus ut sodales arcu. Fusce volutpat lacinia nisi sit amet volutpat.</a:t>
            </a:r>
          </a:p>
        </p:txBody>
      </p:sp>
      <p:sp>
        <p:nvSpPr>
          <p:cNvPr id="7" name="TextBox 7"/>
          <p:cNvSpPr txBox="1"/>
          <p:nvPr/>
        </p:nvSpPr>
        <p:spPr>
          <a:xfrm>
            <a:off x="2024847" y="3488044"/>
            <a:ext cx="4645128" cy="1104607"/>
          </a:xfrm>
          <a:prstGeom prst="rect">
            <a:avLst/>
          </a:prstGeom>
        </p:spPr>
        <p:txBody>
          <a:bodyPr lIns="0" tIns="0" rIns="0" bIns="0" rtlCol="0" anchor="t">
            <a:spAutoFit/>
          </a:bodyPr>
          <a:lstStyle/>
          <a:p>
            <a:pPr algn="l">
              <a:lnSpc>
                <a:spcPts val="4099"/>
              </a:lnSpc>
            </a:pPr>
            <a:r>
              <a:rPr lang="en-US" sz="3726" b="1">
                <a:solidFill>
                  <a:srgbClr val="000000"/>
                </a:solidFill>
                <a:latin typeface="Arial MT Pro Bold"/>
                <a:ea typeface="Arial MT Pro Bold"/>
                <a:cs typeface="Arial MT Pro Bold"/>
                <a:sym typeface="Arial MT Pro Bold"/>
              </a:rPr>
              <a:t>MÉTODOS ADMINISTRATIVOS</a:t>
            </a:r>
          </a:p>
        </p:txBody>
      </p:sp>
      <p:sp>
        <p:nvSpPr>
          <p:cNvPr id="8" name="TextBox 8"/>
          <p:cNvSpPr txBox="1"/>
          <p:nvPr/>
        </p:nvSpPr>
        <p:spPr>
          <a:xfrm>
            <a:off x="9358742" y="1736345"/>
            <a:ext cx="6933264" cy="1496628"/>
          </a:xfrm>
          <a:prstGeom prst="rect">
            <a:avLst/>
          </a:prstGeom>
        </p:spPr>
        <p:txBody>
          <a:bodyPr lIns="0" tIns="0" rIns="0" bIns="0" rtlCol="0" anchor="t">
            <a:spAutoFit/>
          </a:bodyPr>
          <a:lstStyle/>
          <a:p>
            <a:pPr marL="0" lvl="0" indent="0" algn="r">
              <a:lnSpc>
                <a:spcPts val="9590"/>
              </a:lnSpc>
              <a:spcBef>
                <a:spcPct val="0"/>
              </a:spcBef>
            </a:pPr>
            <a:r>
              <a:rPr lang="en-US" sz="10312" b="1" spc="-721">
                <a:solidFill>
                  <a:srgbClr val="000000"/>
                </a:solidFill>
                <a:latin typeface="Arial MT Pro Bold"/>
                <a:ea typeface="Arial MT Pro Bold"/>
                <a:cs typeface="Arial MT Pro Bold"/>
                <a:sym typeface="Arial MT Pro Bold"/>
              </a:rPr>
              <a:t>Metodologia</a:t>
            </a:r>
          </a:p>
        </p:txBody>
      </p:sp>
      <p:sp>
        <p:nvSpPr>
          <p:cNvPr id="9" name="AutoShape 9"/>
          <p:cNvSpPr/>
          <p:nvPr/>
        </p:nvSpPr>
        <p:spPr>
          <a:xfrm>
            <a:off x="9746433" y="3208165"/>
            <a:ext cx="6204398" cy="0"/>
          </a:xfrm>
          <a:prstGeom prst="line">
            <a:avLst/>
          </a:prstGeom>
          <a:ln w="38100" cap="rnd">
            <a:solidFill>
              <a:srgbClr val="000000"/>
            </a:solidFill>
            <a:prstDash val="solid"/>
            <a:headEnd type="none" w="sm" len="sm"/>
            <a:tailEnd type="none" w="sm" len="sm"/>
          </a:ln>
        </p:spPr>
        <p:txBody>
          <a:bodyPr/>
          <a:lstStyle/>
          <a:p>
            <a:endParaRPr lang="pt-BR"/>
          </a:p>
        </p:txBody>
      </p:sp>
    </p:spTree>
  </p:cSld>
  <p:clrMapOvr>
    <a:masterClrMapping/>
  </p:clrMapOvr>
  <p:transition spd="med">
    <p:cover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Freeform 3"/>
          <p:cNvSpPr/>
          <p:nvPr/>
        </p:nvSpPr>
        <p:spPr>
          <a:xfrm>
            <a:off x="7790841" y="1015241"/>
            <a:ext cx="707209" cy="655006"/>
          </a:xfrm>
          <a:custGeom>
            <a:avLst/>
            <a:gdLst/>
            <a:ahLst/>
            <a:cxnLst/>
            <a:rect l="l" t="t" r="r" b="b"/>
            <a:pathLst>
              <a:path w="707209" h="655006">
                <a:moveTo>
                  <a:pt x="0" y="0"/>
                </a:moveTo>
                <a:lnTo>
                  <a:pt x="707209" y="0"/>
                </a:lnTo>
                <a:lnTo>
                  <a:pt x="707209" y="655005"/>
                </a:lnTo>
                <a:lnTo>
                  <a:pt x="0" y="6550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4" name="TextBox 4"/>
          <p:cNvSpPr txBox="1"/>
          <p:nvPr/>
        </p:nvSpPr>
        <p:spPr>
          <a:xfrm>
            <a:off x="8841032" y="1731650"/>
            <a:ext cx="8418268" cy="4155440"/>
          </a:xfrm>
          <a:prstGeom prst="rect">
            <a:avLst/>
          </a:prstGeom>
        </p:spPr>
        <p:txBody>
          <a:bodyPr lIns="0" tIns="0" rIns="0" bIns="0" rtlCol="0" anchor="t">
            <a:spAutoFit/>
          </a:bodyPr>
          <a:lstStyle/>
          <a:p>
            <a:pPr marL="0" lvl="0" indent="0" algn="ctr">
              <a:lnSpc>
                <a:spcPts val="4060"/>
              </a:lnSpc>
            </a:pPr>
            <a:r>
              <a:rPr lang="en-US" sz="2900">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Mauris nisi ligula, rhoncus eget risus blandit, rutrum laoreet lectus. Duis porttitor quam quis libero dapibus suscipit.</a:t>
            </a:r>
          </a:p>
        </p:txBody>
      </p:sp>
      <p:sp>
        <p:nvSpPr>
          <p:cNvPr id="5" name="TextBox 5"/>
          <p:cNvSpPr txBox="1"/>
          <p:nvPr/>
        </p:nvSpPr>
        <p:spPr>
          <a:xfrm>
            <a:off x="8841032" y="1082234"/>
            <a:ext cx="5396449" cy="588012"/>
          </a:xfrm>
          <a:prstGeom prst="rect">
            <a:avLst/>
          </a:prstGeom>
        </p:spPr>
        <p:txBody>
          <a:bodyPr lIns="0" tIns="0" rIns="0" bIns="0" rtlCol="0" anchor="t">
            <a:spAutoFit/>
          </a:bodyPr>
          <a:lstStyle/>
          <a:p>
            <a:pPr algn="l">
              <a:lnSpc>
                <a:spcPts val="3905"/>
              </a:lnSpc>
            </a:pPr>
            <a:r>
              <a:rPr lang="en-US" sz="3550" b="1">
                <a:solidFill>
                  <a:srgbClr val="000000"/>
                </a:solidFill>
                <a:latin typeface="Arial MT Pro Bold"/>
                <a:ea typeface="Arial MT Pro Bold"/>
                <a:cs typeface="Arial MT Pro Bold"/>
                <a:sym typeface="Arial MT Pro Bold"/>
              </a:rPr>
              <a:t>CONTROLE</a:t>
            </a:r>
          </a:p>
        </p:txBody>
      </p:sp>
      <p:sp>
        <p:nvSpPr>
          <p:cNvPr id="6" name="TextBox 6"/>
          <p:cNvSpPr txBox="1"/>
          <p:nvPr/>
        </p:nvSpPr>
        <p:spPr>
          <a:xfrm>
            <a:off x="8841032" y="6939211"/>
            <a:ext cx="8418268" cy="2612390"/>
          </a:xfrm>
          <a:prstGeom prst="rect">
            <a:avLst/>
          </a:prstGeom>
        </p:spPr>
        <p:txBody>
          <a:bodyPr lIns="0" tIns="0" rIns="0" bIns="0" rtlCol="0" anchor="t">
            <a:spAutoFit/>
          </a:bodyPr>
          <a:lstStyle/>
          <a:p>
            <a:pPr marL="0" lvl="0" indent="0" algn="ctr">
              <a:lnSpc>
                <a:spcPts val="4060"/>
              </a:lnSpc>
              <a:spcBef>
                <a:spcPct val="0"/>
              </a:spcBef>
            </a:pPr>
            <a:r>
              <a:rPr lang="en-US" sz="2900" u="none" strike="noStrike">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a:t>
            </a:r>
          </a:p>
        </p:txBody>
      </p:sp>
      <p:sp>
        <p:nvSpPr>
          <p:cNvPr id="7" name="TextBox 7"/>
          <p:cNvSpPr txBox="1"/>
          <p:nvPr/>
        </p:nvSpPr>
        <p:spPr>
          <a:xfrm>
            <a:off x="931767" y="7572267"/>
            <a:ext cx="6176898" cy="1422477"/>
          </a:xfrm>
          <a:prstGeom prst="rect">
            <a:avLst/>
          </a:prstGeom>
        </p:spPr>
        <p:txBody>
          <a:bodyPr lIns="0" tIns="0" rIns="0" bIns="0" rtlCol="0" anchor="t">
            <a:spAutoFit/>
          </a:bodyPr>
          <a:lstStyle/>
          <a:p>
            <a:pPr algn="ctr">
              <a:lnSpc>
                <a:spcPts val="3581"/>
              </a:lnSpc>
            </a:pPr>
            <a:r>
              <a:rPr lang="en-US" sz="3256">
                <a:solidFill>
                  <a:srgbClr val="000000"/>
                </a:solidFill>
                <a:latin typeface="Arial MT Pro"/>
                <a:ea typeface="Arial MT Pro"/>
                <a:cs typeface="Arial MT Pro"/>
                <a:sym typeface="Arial MT Pro"/>
              </a:rPr>
              <a:t>CONTROLE, MODELOS, EXECUÇÃO, ANÁLISES</a:t>
            </a:r>
          </a:p>
          <a:p>
            <a:pPr algn="ctr">
              <a:lnSpc>
                <a:spcPts val="3581"/>
              </a:lnSpc>
            </a:pPr>
            <a:r>
              <a:rPr lang="en-US" sz="3256">
                <a:solidFill>
                  <a:srgbClr val="000000"/>
                </a:solidFill>
                <a:latin typeface="Arial MT Pro"/>
                <a:ea typeface="Arial MT Pro"/>
                <a:cs typeface="Arial MT Pro"/>
                <a:sym typeface="Arial MT Pro"/>
              </a:rPr>
              <a:t> E DADOS</a:t>
            </a:r>
          </a:p>
        </p:txBody>
      </p:sp>
      <p:sp>
        <p:nvSpPr>
          <p:cNvPr id="8" name="Freeform 8"/>
          <p:cNvSpPr/>
          <p:nvPr/>
        </p:nvSpPr>
        <p:spPr>
          <a:xfrm>
            <a:off x="1744788" y="844533"/>
            <a:ext cx="4550856" cy="4550856"/>
          </a:xfrm>
          <a:custGeom>
            <a:avLst/>
            <a:gdLst/>
            <a:ahLst/>
            <a:cxnLst/>
            <a:rect l="l" t="t" r="r" b="b"/>
            <a:pathLst>
              <a:path w="4550856" h="4550856">
                <a:moveTo>
                  <a:pt x="0" y="0"/>
                </a:moveTo>
                <a:lnTo>
                  <a:pt x="4550856" y="0"/>
                </a:lnTo>
                <a:lnTo>
                  <a:pt x="4550856" y="4550856"/>
                </a:lnTo>
                <a:lnTo>
                  <a:pt x="0" y="45508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9" name="TextBox 9"/>
          <p:cNvSpPr txBox="1"/>
          <p:nvPr/>
        </p:nvSpPr>
        <p:spPr>
          <a:xfrm>
            <a:off x="2928925" y="1173146"/>
            <a:ext cx="2182582" cy="3786188"/>
          </a:xfrm>
          <a:prstGeom prst="rect">
            <a:avLst/>
          </a:prstGeom>
        </p:spPr>
        <p:txBody>
          <a:bodyPr lIns="0" tIns="0" rIns="0" bIns="0" rtlCol="0" anchor="t">
            <a:spAutoFit/>
          </a:bodyPr>
          <a:lstStyle/>
          <a:p>
            <a:pPr algn="ctr">
              <a:lnSpc>
                <a:spcPts val="28228"/>
              </a:lnSpc>
            </a:pPr>
            <a:r>
              <a:rPr lang="en-US" sz="20163" b="1">
                <a:solidFill>
                  <a:srgbClr val="000000"/>
                </a:solidFill>
                <a:latin typeface="Arial MT Pro Bold"/>
                <a:ea typeface="Arial MT Pro Bold"/>
                <a:cs typeface="Arial MT Pro Bold"/>
                <a:sym typeface="Arial MT Pro Bold"/>
              </a:rPr>
              <a:t>4</a:t>
            </a:r>
          </a:p>
        </p:txBody>
      </p:sp>
      <p:sp>
        <p:nvSpPr>
          <p:cNvPr id="10" name="TextBox 10"/>
          <p:cNvSpPr txBox="1"/>
          <p:nvPr/>
        </p:nvSpPr>
        <p:spPr>
          <a:xfrm>
            <a:off x="931767" y="5820415"/>
            <a:ext cx="6370763" cy="1601657"/>
          </a:xfrm>
          <a:prstGeom prst="rect">
            <a:avLst/>
          </a:prstGeom>
        </p:spPr>
        <p:txBody>
          <a:bodyPr lIns="0" tIns="0" rIns="0" bIns="0" rtlCol="0" anchor="t">
            <a:spAutoFit/>
          </a:bodyPr>
          <a:lstStyle/>
          <a:p>
            <a:pPr algn="ctr">
              <a:lnSpc>
                <a:spcPts val="5809"/>
              </a:lnSpc>
            </a:pPr>
            <a:r>
              <a:rPr lang="en-US" sz="5233" b="1">
                <a:solidFill>
                  <a:srgbClr val="000000"/>
                </a:solidFill>
                <a:latin typeface="Arial MT Pro Bold"/>
                <a:ea typeface="Arial MT Pro Bold"/>
                <a:cs typeface="Arial MT Pro Bold"/>
                <a:sym typeface="Arial MT Pro Bold"/>
              </a:rPr>
              <a:t>PLANOS ADMINISTRATIVOS</a:t>
            </a:r>
          </a:p>
        </p:txBody>
      </p:sp>
      <p:sp>
        <p:nvSpPr>
          <p:cNvPr id="11" name="TextBox 11"/>
          <p:cNvSpPr txBox="1"/>
          <p:nvPr/>
        </p:nvSpPr>
        <p:spPr>
          <a:xfrm>
            <a:off x="8841032" y="6228076"/>
            <a:ext cx="5396449" cy="588012"/>
          </a:xfrm>
          <a:prstGeom prst="rect">
            <a:avLst/>
          </a:prstGeom>
        </p:spPr>
        <p:txBody>
          <a:bodyPr lIns="0" tIns="0" rIns="0" bIns="0" rtlCol="0" anchor="t">
            <a:spAutoFit/>
          </a:bodyPr>
          <a:lstStyle/>
          <a:p>
            <a:pPr algn="l">
              <a:lnSpc>
                <a:spcPts val="3905"/>
              </a:lnSpc>
            </a:pPr>
            <a:r>
              <a:rPr lang="en-US" sz="3550" b="1">
                <a:solidFill>
                  <a:srgbClr val="000000"/>
                </a:solidFill>
                <a:latin typeface="Arial MT Pro Bold"/>
                <a:ea typeface="Arial MT Pro Bold"/>
                <a:cs typeface="Arial MT Pro Bold"/>
                <a:sym typeface="Arial MT Pro Bold"/>
              </a:rPr>
              <a:t>MODELOS</a:t>
            </a:r>
          </a:p>
        </p:txBody>
      </p:sp>
      <p:sp>
        <p:nvSpPr>
          <p:cNvPr id="12" name="Freeform 12"/>
          <p:cNvSpPr/>
          <p:nvPr/>
        </p:nvSpPr>
        <p:spPr>
          <a:xfrm>
            <a:off x="7790841" y="6161083"/>
            <a:ext cx="707209" cy="655006"/>
          </a:xfrm>
          <a:custGeom>
            <a:avLst/>
            <a:gdLst/>
            <a:ahLst/>
            <a:cxnLst/>
            <a:rect l="l" t="t" r="r" b="b"/>
            <a:pathLst>
              <a:path w="707209" h="655006">
                <a:moveTo>
                  <a:pt x="0" y="0"/>
                </a:moveTo>
                <a:lnTo>
                  <a:pt x="707209" y="0"/>
                </a:lnTo>
                <a:lnTo>
                  <a:pt x="707209" y="655005"/>
                </a:lnTo>
                <a:lnTo>
                  <a:pt x="0" y="6550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Tree>
  </p:cSld>
  <p:clrMapOvr>
    <a:masterClrMapping/>
  </p:clrMapOvr>
  <p:transition spd="med">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TextBox 3"/>
          <p:cNvSpPr txBox="1"/>
          <p:nvPr/>
        </p:nvSpPr>
        <p:spPr>
          <a:xfrm>
            <a:off x="2036467" y="2073507"/>
            <a:ext cx="14460457" cy="2612390"/>
          </a:xfrm>
          <a:prstGeom prst="rect">
            <a:avLst/>
          </a:prstGeom>
        </p:spPr>
        <p:txBody>
          <a:bodyPr lIns="0" tIns="0" rIns="0" bIns="0" rtlCol="0" anchor="t">
            <a:spAutoFit/>
          </a:bodyPr>
          <a:lstStyle/>
          <a:p>
            <a:pPr marL="0" lvl="0" indent="0" algn="ctr">
              <a:lnSpc>
                <a:spcPts val="4060"/>
              </a:lnSpc>
            </a:pPr>
            <a:r>
              <a:rPr lang="en-US" sz="2900">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Mauris nisi ligula, rhoncus eget risus blandit, rutrum laoreet lectus. Duis porttitor quam quis libero dapibus suscipit.</a:t>
            </a:r>
          </a:p>
        </p:txBody>
      </p:sp>
      <p:sp>
        <p:nvSpPr>
          <p:cNvPr id="4" name="TextBox 4"/>
          <p:cNvSpPr txBox="1"/>
          <p:nvPr/>
        </p:nvSpPr>
        <p:spPr>
          <a:xfrm>
            <a:off x="2248894" y="1322031"/>
            <a:ext cx="5396449" cy="588012"/>
          </a:xfrm>
          <a:prstGeom prst="rect">
            <a:avLst/>
          </a:prstGeom>
        </p:spPr>
        <p:txBody>
          <a:bodyPr lIns="0" tIns="0" rIns="0" bIns="0" rtlCol="0" anchor="t">
            <a:spAutoFit/>
          </a:bodyPr>
          <a:lstStyle/>
          <a:p>
            <a:pPr algn="l">
              <a:lnSpc>
                <a:spcPts val="3905"/>
              </a:lnSpc>
            </a:pPr>
            <a:r>
              <a:rPr lang="en-US" sz="3550" b="1">
                <a:solidFill>
                  <a:srgbClr val="000000"/>
                </a:solidFill>
                <a:latin typeface="Arial MT Pro Bold"/>
                <a:ea typeface="Arial MT Pro Bold"/>
                <a:cs typeface="Arial MT Pro Bold"/>
                <a:sym typeface="Arial MT Pro Bold"/>
              </a:rPr>
              <a:t>EXECUÇÃO</a:t>
            </a:r>
          </a:p>
        </p:txBody>
      </p:sp>
      <p:sp>
        <p:nvSpPr>
          <p:cNvPr id="5" name="TextBox 5"/>
          <p:cNvSpPr txBox="1"/>
          <p:nvPr/>
        </p:nvSpPr>
        <p:spPr>
          <a:xfrm>
            <a:off x="2036467" y="5700464"/>
            <a:ext cx="13877645" cy="1583690"/>
          </a:xfrm>
          <a:prstGeom prst="rect">
            <a:avLst/>
          </a:prstGeom>
        </p:spPr>
        <p:txBody>
          <a:bodyPr lIns="0" tIns="0" rIns="0" bIns="0" rtlCol="0" anchor="t">
            <a:spAutoFit/>
          </a:bodyPr>
          <a:lstStyle/>
          <a:p>
            <a:pPr marL="0" lvl="0" indent="0" algn="ctr">
              <a:lnSpc>
                <a:spcPts val="4060"/>
              </a:lnSpc>
              <a:spcBef>
                <a:spcPct val="0"/>
              </a:spcBef>
            </a:pPr>
            <a:r>
              <a:rPr lang="en-US" sz="2900" u="none" strike="noStrike">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a:t>
            </a:r>
          </a:p>
        </p:txBody>
      </p:sp>
      <p:sp>
        <p:nvSpPr>
          <p:cNvPr id="6" name="TextBox 6"/>
          <p:cNvSpPr txBox="1"/>
          <p:nvPr/>
        </p:nvSpPr>
        <p:spPr>
          <a:xfrm>
            <a:off x="2341267" y="4950527"/>
            <a:ext cx="5396449" cy="588012"/>
          </a:xfrm>
          <a:prstGeom prst="rect">
            <a:avLst/>
          </a:prstGeom>
        </p:spPr>
        <p:txBody>
          <a:bodyPr lIns="0" tIns="0" rIns="0" bIns="0" rtlCol="0" anchor="t">
            <a:spAutoFit/>
          </a:bodyPr>
          <a:lstStyle/>
          <a:p>
            <a:pPr algn="l">
              <a:lnSpc>
                <a:spcPts val="3905"/>
              </a:lnSpc>
            </a:pPr>
            <a:r>
              <a:rPr lang="en-US" sz="3550" b="1">
                <a:solidFill>
                  <a:srgbClr val="000000"/>
                </a:solidFill>
                <a:latin typeface="Arial MT Pro Bold"/>
                <a:ea typeface="Arial MT Pro Bold"/>
                <a:cs typeface="Arial MT Pro Bold"/>
                <a:sym typeface="Arial MT Pro Bold"/>
              </a:rPr>
              <a:t>ANÁLISES</a:t>
            </a:r>
          </a:p>
        </p:txBody>
      </p:sp>
      <p:sp>
        <p:nvSpPr>
          <p:cNvPr id="7" name="TextBox 7"/>
          <p:cNvSpPr txBox="1"/>
          <p:nvPr/>
        </p:nvSpPr>
        <p:spPr>
          <a:xfrm>
            <a:off x="2127849" y="7408996"/>
            <a:ext cx="3964419" cy="1565657"/>
          </a:xfrm>
          <a:prstGeom prst="rect">
            <a:avLst/>
          </a:prstGeom>
        </p:spPr>
        <p:txBody>
          <a:bodyPr lIns="0" tIns="0" rIns="0" bIns="0" rtlCol="0" anchor="t">
            <a:spAutoFit/>
          </a:bodyPr>
          <a:lstStyle/>
          <a:p>
            <a:pPr marL="617467" lvl="1" indent="-308733" algn="l">
              <a:lnSpc>
                <a:spcPts val="4003"/>
              </a:lnSpc>
              <a:buFont typeface="Arial"/>
              <a:buChar char="•"/>
            </a:pPr>
            <a:r>
              <a:rPr lang="en-US" sz="2859" b="1">
                <a:solidFill>
                  <a:srgbClr val="000000"/>
                </a:solidFill>
                <a:latin typeface="Arial MT Pro Bold"/>
                <a:ea typeface="Arial MT Pro Bold"/>
                <a:cs typeface="Arial MT Pro Bold"/>
                <a:sym typeface="Arial MT Pro Bold"/>
              </a:rPr>
              <a:t>Exemplo 1</a:t>
            </a:r>
          </a:p>
          <a:p>
            <a:pPr marL="617467" lvl="1" indent="-308733" algn="l">
              <a:lnSpc>
                <a:spcPts val="4003"/>
              </a:lnSpc>
              <a:buFont typeface="Arial"/>
              <a:buChar char="•"/>
            </a:pPr>
            <a:r>
              <a:rPr lang="en-US" sz="2859" b="1">
                <a:solidFill>
                  <a:srgbClr val="000000"/>
                </a:solidFill>
                <a:latin typeface="Arial MT Pro Bold"/>
                <a:ea typeface="Arial MT Pro Bold"/>
                <a:cs typeface="Arial MT Pro Bold"/>
                <a:sym typeface="Arial MT Pro Bold"/>
              </a:rPr>
              <a:t>Exemplo 2</a:t>
            </a:r>
          </a:p>
          <a:p>
            <a:pPr marL="617467" lvl="1" indent="-308733" algn="l">
              <a:lnSpc>
                <a:spcPts val="4003"/>
              </a:lnSpc>
              <a:buFont typeface="Arial"/>
              <a:buChar char="•"/>
            </a:pPr>
            <a:r>
              <a:rPr lang="en-US" sz="2859" b="1">
                <a:solidFill>
                  <a:srgbClr val="000000"/>
                </a:solidFill>
                <a:latin typeface="Arial MT Pro Bold"/>
                <a:ea typeface="Arial MT Pro Bold"/>
                <a:cs typeface="Arial MT Pro Bold"/>
                <a:sym typeface="Arial MT Pro Bold"/>
              </a:rPr>
              <a:t>Exemplo 3</a:t>
            </a:r>
          </a:p>
        </p:txBody>
      </p:sp>
      <p:sp>
        <p:nvSpPr>
          <p:cNvPr id="8" name="Freeform 8"/>
          <p:cNvSpPr/>
          <p:nvPr/>
        </p:nvSpPr>
        <p:spPr>
          <a:xfrm>
            <a:off x="1266086" y="1312347"/>
            <a:ext cx="707209" cy="655006"/>
          </a:xfrm>
          <a:custGeom>
            <a:avLst/>
            <a:gdLst/>
            <a:ahLst/>
            <a:cxnLst/>
            <a:rect l="l" t="t" r="r" b="b"/>
            <a:pathLst>
              <a:path w="707209" h="655006">
                <a:moveTo>
                  <a:pt x="0" y="0"/>
                </a:moveTo>
                <a:lnTo>
                  <a:pt x="707209" y="0"/>
                </a:lnTo>
                <a:lnTo>
                  <a:pt x="707209" y="655005"/>
                </a:lnTo>
                <a:lnTo>
                  <a:pt x="0" y="6550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9" name="Freeform 9"/>
          <p:cNvSpPr/>
          <p:nvPr/>
        </p:nvSpPr>
        <p:spPr>
          <a:xfrm>
            <a:off x="1266086" y="4940843"/>
            <a:ext cx="707209" cy="655006"/>
          </a:xfrm>
          <a:custGeom>
            <a:avLst/>
            <a:gdLst/>
            <a:ahLst/>
            <a:cxnLst/>
            <a:rect l="l" t="t" r="r" b="b"/>
            <a:pathLst>
              <a:path w="707209" h="655006">
                <a:moveTo>
                  <a:pt x="0" y="0"/>
                </a:moveTo>
                <a:lnTo>
                  <a:pt x="707209" y="0"/>
                </a:lnTo>
                <a:lnTo>
                  <a:pt x="707209" y="655006"/>
                </a:lnTo>
                <a:lnTo>
                  <a:pt x="0" y="65500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grpSp>
        <p:nvGrpSpPr>
          <p:cNvPr id="10" name="Group 10"/>
          <p:cNvGrpSpPr/>
          <p:nvPr/>
        </p:nvGrpSpPr>
        <p:grpSpPr>
          <a:xfrm>
            <a:off x="16868399" y="-568837"/>
            <a:ext cx="1792828" cy="11019359"/>
            <a:chOff x="0" y="0"/>
            <a:chExt cx="472185" cy="2902218"/>
          </a:xfrm>
        </p:grpSpPr>
        <p:sp>
          <p:nvSpPr>
            <p:cNvPr id="11" name="Freeform 11"/>
            <p:cNvSpPr/>
            <p:nvPr/>
          </p:nvSpPr>
          <p:spPr>
            <a:xfrm>
              <a:off x="0" y="0"/>
              <a:ext cx="472185" cy="2902218"/>
            </a:xfrm>
            <a:custGeom>
              <a:avLst/>
              <a:gdLst/>
              <a:ahLst/>
              <a:cxnLst/>
              <a:rect l="l" t="t" r="r" b="b"/>
              <a:pathLst>
                <a:path w="472185" h="2902218">
                  <a:moveTo>
                    <a:pt x="0" y="0"/>
                  </a:moveTo>
                  <a:lnTo>
                    <a:pt x="472185" y="0"/>
                  </a:lnTo>
                  <a:lnTo>
                    <a:pt x="472185" y="2902218"/>
                  </a:lnTo>
                  <a:lnTo>
                    <a:pt x="0" y="2902218"/>
                  </a:lnTo>
                  <a:close/>
                </a:path>
              </a:pathLst>
            </a:custGeom>
            <a:solidFill>
              <a:srgbClr val="000000"/>
            </a:solidFill>
          </p:spPr>
          <p:txBody>
            <a:bodyPr/>
            <a:lstStyle/>
            <a:p>
              <a:endParaRPr lang="pt-BR"/>
            </a:p>
          </p:txBody>
        </p:sp>
        <p:sp>
          <p:nvSpPr>
            <p:cNvPr id="12" name="TextBox 12"/>
            <p:cNvSpPr txBox="1"/>
            <p:nvPr/>
          </p:nvSpPr>
          <p:spPr>
            <a:xfrm>
              <a:off x="0" y="-76200"/>
              <a:ext cx="472185" cy="2978418"/>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spd="med">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grpSp>
        <p:nvGrpSpPr>
          <p:cNvPr id="3" name="Group 3"/>
          <p:cNvGrpSpPr/>
          <p:nvPr/>
        </p:nvGrpSpPr>
        <p:grpSpPr>
          <a:xfrm>
            <a:off x="3277017" y="3827917"/>
            <a:ext cx="3849471" cy="2130540"/>
            <a:chOff x="0" y="0"/>
            <a:chExt cx="1288477" cy="713124"/>
          </a:xfrm>
        </p:grpSpPr>
        <p:sp>
          <p:nvSpPr>
            <p:cNvPr id="4" name="Freeform 4"/>
            <p:cNvSpPr/>
            <p:nvPr/>
          </p:nvSpPr>
          <p:spPr>
            <a:xfrm>
              <a:off x="0" y="0"/>
              <a:ext cx="1288477" cy="713124"/>
            </a:xfrm>
            <a:custGeom>
              <a:avLst/>
              <a:gdLst/>
              <a:ahLst/>
              <a:cxnLst/>
              <a:rect l="l" t="t" r="r" b="b"/>
              <a:pathLst>
                <a:path w="1288477" h="713124">
                  <a:moveTo>
                    <a:pt x="0" y="0"/>
                  </a:moveTo>
                  <a:lnTo>
                    <a:pt x="1288477" y="0"/>
                  </a:lnTo>
                  <a:lnTo>
                    <a:pt x="1288477" y="713124"/>
                  </a:lnTo>
                  <a:lnTo>
                    <a:pt x="0" y="713124"/>
                  </a:lnTo>
                  <a:close/>
                </a:path>
              </a:pathLst>
            </a:custGeom>
            <a:ln w="47625" cap="sq">
              <a:solidFill>
                <a:srgbClr val="000000"/>
              </a:solidFill>
              <a:prstDash val="solid"/>
              <a:miter/>
            </a:ln>
          </p:spPr>
          <p:txBody>
            <a:bodyPr/>
            <a:lstStyle/>
            <a:p>
              <a:endParaRPr lang="pt-BR"/>
            </a:p>
          </p:txBody>
        </p:sp>
        <p:sp>
          <p:nvSpPr>
            <p:cNvPr id="5" name="TextBox 5"/>
            <p:cNvSpPr txBox="1"/>
            <p:nvPr/>
          </p:nvSpPr>
          <p:spPr>
            <a:xfrm>
              <a:off x="0" y="-57150"/>
              <a:ext cx="1288477" cy="770274"/>
            </a:xfrm>
            <a:prstGeom prst="rect">
              <a:avLst/>
            </a:prstGeom>
          </p:spPr>
          <p:txBody>
            <a:bodyPr lIns="37279" tIns="37279" rIns="37279" bIns="37279" rtlCol="0" anchor="ctr"/>
            <a:lstStyle/>
            <a:p>
              <a:pPr marL="0" lvl="0" indent="0" algn="ctr">
                <a:lnSpc>
                  <a:spcPts val="1952"/>
                </a:lnSpc>
                <a:spcBef>
                  <a:spcPct val="0"/>
                </a:spcBef>
              </a:pPr>
              <a:endParaRPr/>
            </a:p>
          </p:txBody>
        </p:sp>
      </p:grpSp>
      <p:grpSp>
        <p:nvGrpSpPr>
          <p:cNvPr id="6" name="Group 6"/>
          <p:cNvGrpSpPr/>
          <p:nvPr/>
        </p:nvGrpSpPr>
        <p:grpSpPr>
          <a:xfrm>
            <a:off x="1883407" y="6385891"/>
            <a:ext cx="7168183" cy="2872409"/>
            <a:chOff x="0" y="0"/>
            <a:chExt cx="1383429" cy="554363"/>
          </a:xfrm>
        </p:grpSpPr>
        <p:sp>
          <p:nvSpPr>
            <p:cNvPr id="7" name="Freeform 7"/>
            <p:cNvSpPr/>
            <p:nvPr/>
          </p:nvSpPr>
          <p:spPr>
            <a:xfrm>
              <a:off x="0" y="0"/>
              <a:ext cx="1383429" cy="554363"/>
            </a:xfrm>
            <a:custGeom>
              <a:avLst/>
              <a:gdLst/>
              <a:ahLst/>
              <a:cxnLst/>
              <a:rect l="l" t="t" r="r" b="b"/>
              <a:pathLst>
                <a:path w="1383429" h="554363">
                  <a:moveTo>
                    <a:pt x="0" y="0"/>
                  </a:moveTo>
                  <a:lnTo>
                    <a:pt x="1383429" y="0"/>
                  </a:lnTo>
                  <a:lnTo>
                    <a:pt x="1383429" y="554363"/>
                  </a:lnTo>
                  <a:lnTo>
                    <a:pt x="0" y="554363"/>
                  </a:lnTo>
                  <a:close/>
                </a:path>
              </a:pathLst>
            </a:custGeom>
            <a:ln w="47625" cap="sq">
              <a:solidFill>
                <a:srgbClr val="000000"/>
              </a:solidFill>
              <a:prstDash val="solid"/>
              <a:miter/>
            </a:ln>
          </p:spPr>
          <p:txBody>
            <a:bodyPr/>
            <a:lstStyle/>
            <a:p>
              <a:endParaRPr lang="pt-BR"/>
            </a:p>
          </p:txBody>
        </p:sp>
        <p:sp>
          <p:nvSpPr>
            <p:cNvPr id="8" name="TextBox 8"/>
            <p:cNvSpPr txBox="1"/>
            <p:nvPr/>
          </p:nvSpPr>
          <p:spPr>
            <a:xfrm>
              <a:off x="0" y="-57150"/>
              <a:ext cx="1383429" cy="611513"/>
            </a:xfrm>
            <a:prstGeom prst="rect">
              <a:avLst/>
            </a:prstGeom>
          </p:spPr>
          <p:txBody>
            <a:bodyPr lIns="39998" tIns="39998" rIns="39998" bIns="39998" rtlCol="0" anchor="ctr"/>
            <a:lstStyle/>
            <a:p>
              <a:pPr marL="0" lvl="0" indent="0" algn="ctr">
                <a:lnSpc>
                  <a:spcPts val="1952"/>
                </a:lnSpc>
                <a:spcBef>
                  <a:spcPct val="0"/>
                </a:spcBef>
              </a:pPr>
              <a:endParaRPr/>
            </a:p>
          </p:txBody>
        </p:sp>
      </p:grpSp>
      <p:grpSp>
        <p:nvGrpSpPr>
          <p:cNvPr id="9" name="Group 9"/>
          <p:cNvGrpSpPr/>
          <p:nvPr/>
        </p:nvGrpSpPr>
        <p:grpSpPr>
          <a:xfrm>
            <a:off x="9568029" y="6385891"/>
            <a:ext cx="7168183" cy="2872409"/>
            <a:chOff x="0" y="0"/>
            <a:chExt cx="1383429" cy="554363"/>
          </a:xfrm>
        </p:grpSpPr>
        <p:sp>
          <p:nvSpPr>
            <p:cNvPr id="10" name="Freeform 10"/>
            <p:cNvSpPr/>
            <p:nvPr/>
          </p:nvSpPr>
          <p:spPr>
            <a:xfrm>
              <a:off x="0" y="0"/>
              <a:ext cx="1383429" cy="554363"/>
            </a:xfrm>
            <a:custGeom>
              <a:avLst/>
              <a:gdLst/>
              <a:ahLst/>
              <a:cxnLst/>
              <a:rect l="l" t="t" r="r" b="b"/>
              <a:pathLst>
                <a:path w="1383429" h="554363">
                  <a:moveTo>
                    <a:pt x="0" y="0"/>
                  </a:moveTo>
                  <a:lnTo>
                    <a:pt x="1383429" y="0"/>
                  </a:lnTo>
                  <a:lnTo>
                    <a:pt x="1383429" y="554363"/>
                  </a:lnTo>
                  <a:lnTo>
                    <a:pt x="0" y="554363"/>
                  </a:lnTo>
                  <a:close/>
                </a:path>
              </a:pathLst>
            </a:custGeom>
            <a:ln w="47625" cap="sq">
              <a:solidFill>
                <a:srgbClr val="000000"/>
              </a:solidFill>
              <a:prstDash val="solid"/>
              <a:miter/>
            </a:ln>
          </p:spPr>
          <p:txBody>
            <a:bodyPr/>
            <a:lstStyle/>
            <a:p>
              <a:endParaRPr lang="pt-BR"/>
            </a:p>
          </p:txBody>
        </p:sp>
        <p:sp>
          <p:nvSpPr>
            <p:cNvPr id="11" name="TextBox 11"/>
            <p:cNvSpPr txBox="1"/>
            <p:nvPr/>
          </p:nvSpPr>
          <p:spPr>
            <a:xfrm>
              <a:off x="0" y="-57150"/>
              <a:ext cx="1383429" cy="611513"/>
            </a:xfrm>
            <a:prstGeom prst="rect">
              <a:avLst/>
            </a:prstGeom>
          </p:spPr>
          <p:txBody>
            <a:bodyPr lIns="39998" tIns="39998" rIns="39998" bIns="39998" rtlCol="0" anchor="ctr"/>
            <a:lstStyle/>
            <a:p>
              <a:pPr marL="0" lvl="0" indent="0" algn="ctr">
                <a:lnSpc>
                  <a:spcPts val="1952"/>
                </a:lnSpc>
                <a:spcBef>
                  <a:spcPct val="0"/>
                </a:spcBef>
              </a:pPr>
              <a:endParaRPr/>
            </a:p>
          </p:txBody>
        </p:sp>
      </p:grpSp>
      <p:sp>
        <p:nvSpPr>
          <p:cNvPr id="12" name="TextBox 12"/>
          <p:cNvSpPr txBox="1"/>
          <p:nvPr/>
        </p:nvSpPr>
        <p:spPr>
          <a:xfrm>
            <a:off x="3429364" y="6710932"/>
            <a:ext cx="4076269" cy="939781"/>
          </a:xfrm>
          <a:prstGeom prst="rect">
            <a:avLst/>
          </a:prstGeom>
        </p:spPr>
        <p:txBody>
          <a:bodyPr lIns="0" tIns="0" rIns="0" bIns="0" rtlCol="0" anchor="t">
            <a:spAutoFit/>
          </a:bodyPr>
          <a:lstStyle/>
          <a:p>
            <a:pPr algn="ctr">
              <a:lnSpc>
                <a:spcPts val="3425"/>
              </a:lnSpc>
            </a:pPr>
            <a:r>
              <a:rPr lang="en-US" sz="3201" b="1">
                <a:solidFill>
                  <a:srgbClr val="000000"/>
                </a:solidFill>
                <a:latin typeface="Arial MT Pro Bold"/>
                <a:ea typeface="Arial MT Pro Bold"/>
                <a:cs typeface="Arial MT Pro Bold"/>
                <a:sym typeface="Arial MT Pro Bold"/>
              </a:rPr>
              <a:t>INFORMAÇÕES DE DADOS 1</a:t>
            </a:r>
          </a:p>
        </p:txBody>
      </p:sp>
      <p:sp>
        <p:nvSpPr>
          <p:cNvPr id="13" name="TextBox 13"/>
          <p:cNvSpPr txBox="1"/>
          <p:nvPr/>
        </p:nvSpPr>
        <p:spPr>
          <a:xfrm>
            <a:off x="11383588" y="6710932"/>
            <a:ext cx="4076269" cy="939781"/>
          </a:xfrm>
          <a:prstGeom prst="rect">
            <a:avLst/>
          </a:prstGeom>
        </p:spPr>
        <p:txBody>
          <a:bodyPr lIns="0" tIns="0" rIns="0" bIns="0" rtlCol="0" anchor="t">
            <a:spAutoFit/>
          </a:bodyPr>
          <a:lstStyle/>
          <a:p>
            <a:pPr algn="ctr">
              <a:lnSpc>
                <a:spcPts val="3425"/>
              </a:lnSpc>
            </a:pPr>
            <a:r>
              <a:rPr lang="en-US" sz="3201" b="1">
                <a:solidFill>
                  <a:srgbClr val="000000"/>
                </a:solidFill>
                <a:latin typeface="Arial MT Pro Bold"/>
                <a:ea typeface="Arial MT Pro Bold"/>
                <a:cs typeface="Arial MT Pro Bold"/>
                <a:sym typeface="Arial MT Pro Bold"/>
              </a:rPr>
              <a:t>INFORMAÇÕES DE DADOS 2</a:t>
            </a:r>
          </a:p>
        </p:txBody>
      </p:sp>
      <p:sp>
        <p:nvSpPr>
          <p:cNvPr id="14" name="TextBox 14"/>
          <p:cNvSpPr txBox="1"/>
          <p:nvPr/>
        </p:nvSpPr>
        <p:spPr>
          <a:xfrm>
            <a:off x="3056740" y="7969093"/>
            <a:ext cx="4821517" cy="530753"/>
          </a:xfrm>
          <a:prstGeom prst="rect">
            <a:avLst/>
          </a:prstGeom>
        </p:spPr>
        <p:txBody>
          <a:bodyPr lIns="0" tIns="0" rIns="0" bIns="0" rtlCol="0" anchor="t">
            <a:spAutoFit/>
          </a:bodyPr>
          <a:lstStyle/>
          <a:p>
            <a:pPr algn="ctr">
              <a:lnSpc>
                <a:spcPts val="3532"/>
              </a:lnSpc>
            </a:pPr>
            <a:r>
              <a:rPr lang="en-US" sz="3301">
                <a:solidFill>
                  <a:srgbClr val="000000"/>
                </a:solidFill>
                <a:latin typeface="Arial MT Pro"/>
                <a:ea typeface="Arial MT Pro"/>
                <a:cs typeface="Arial MT Pro"/>
                <a:sym typeface="Arial MT Pro"/>
              </a:rPr>
              <a:t>Valores de Gastos</a:t>
            </a:r>
          </a:p>
        </p:txBody>
      </p:sp>
      <p:sp>
        <p:nvSpPr>
          <p:cNvPr id="15" name="TextBox 15"/>
          <p:cNvSpPr txBox="1"/>
          <p:nvPr/>
        </p:nvSpPr>
        <p:spPr>
          <a:xfrm>
            <a:off x="11080487" y="7968177"/>
            <a:ext cx="4682470" cy="978428"/>
          </a:xfrm>
          <a:prstGeom prst="rect">
            <a:avLst/>
          </a:prstGeom>
        </p:spPr>
        <p:txBody>
          <a:bodyPr lIns="0" tIns="0" rIns="0" bIns="0" rtlCol="0" anchor="t">
            <a:spAutoFit/>
          </a:bodyPr>
          <a:lstStyle/>
          <a:p>
            <a:pPr algn="ctr">
              <a:lnSpc>
                <a:spcPts val="3532"/>
              </a:lnSpc>
            </a:pPr>
            <a:r>
              <a:rPr lang="en-US" sz="3301">
                <a:solidFill>
                  <a:srgbClr val="000000"/>
                </a:solidFill>
                <a:latin typeface="Arial MT Pro"/>
                <a:ea typeface="Arial MT Pro"/>
                <a:cs typeface="Arial MT Pro"/>
                <a:sym typeface="Arial MT Pro"/>
              </a:rPr>
              <a:t>Valores de</a:t>
            </a:r>
          </a:p>
          <a:p>
            <a:pPr algn="ctr">
              <a:lnSpc>
                <a:spcPts val="3532"/>
              </a:lnSpc>
            </a:pPr>
            <a:r>
              <a:rPr lang="en-US" sz="3301">
                <a:solidFill>
                  <a:srgbClr val="000000"/>
                </a:solidFill>
                <a:latin typeface="Arial MT Pro"/>
                <a:ea typeface="Arial MT Pro"/>
                <a:cs typeface="Arial MT Pro"/>
                <a:sym typeface="Arial MT Pro"/>
              </a:rPr>
              <a:t> Faturamento</a:t>
            </a:r>
          </a:p>
        </p:txBody>
      </p:sp>
      <p:sp>
        <p:nvSpPr>
          <p:cNvPr id="16" name="TextBox 16"/>
          <p:cNvSpPr txBox="1"/>
          <p:nvPr/>
        </p:nvSpPr>
        <p:spPr>
          <a:xfrm>
            <a:off x="3751534" y="3120314"/>
            <a:ext cx="3059112" cy="523767"/>
          </a:xfrm>
          <a:prstGeom prst="rect">
            <a:avLst/>
          </a:prstGeom>
        </p:spPr>
        <p:txBody>
          <a:bodyPr lIns="0" tIns="0" rIns="0" bIns="0" rtlCol="0" anchor="t">
            <a:spAutoFit/>
          </a:bodyPr>
          <a:lstStyle/>
          <a:p>
            <a:pPr algn="ctr">
              <a:lnSpc>
                <a:spcPts val="3586"/>
              </a:lnSpc>
            </a:pPr>
            <a:r>
              <a:rPr lang="en-US" sz="3351" b="1">
                <a:solidFill>
                  <a:srgbClr val="000000"/>
                </a:solidFill>
                <a:latin typeface="Arial MT Pro Bold"/>
                <a:ea typeface="Arial MT Pro Bold"/>
                <a:cs typeface="Arial MT Pro Bold"/>
                <a:sym typeface="Arial MT Pro Bold"/>
              </a:rPr>
              <a:t>PLANO 1</a:t>
            </a:r>
          </a:p>
        </p:txBody>
      </p:sp>
      <p:sp>
        <p:nvSpPr>
          <p:cNvPr id="17" name="TextBox 17"/>
          <p:cNvSpPr txBox="1"/>
          <p:nvPr/>
        </p:nvSpPr>
        <p:spPr>
          <a:xfrm>
            <a:off x="3684117" y="4429871"/>
            <a:ext cx="3126529" cy="1001830"/>
          </a:xfrm>
          <a:prstGeom prst="rect">
            <a:avLst/>
          </a:prstGeom>
        </p:spPr>
        <p:txBody>
          <a:bodyPr lIns="0" tIns="0" rIns="0" bIns="0" rtlCol="0" anchor="t">
            <a:spAutoFit/>
          </a:bodyPr>
          <a:lstStyle/>
          <a:p>
            <a:pPr algn="ctr">
              <a:lnSpc>
                <a:spcPts val="3694"/>
              </a:lnSpc>
            </a:pPr>
            <a:r>
              <a:rPr lang="en-US" sz="3452">
                <a:solidFill>
                  <a:srgbClr val="000000"/>
                </a:solidFill>
                <a:latin typeface="Arial MT Pro"/>
                <a:ea typeface="Arial MT Pro"/>
                <a:cs typeface="Arial MT Pro"/>
                <a:sym typeface="Arial MT Pro"/>
              </a:rPr>
              <a:t>Tempo de</a:t>
            </a:r>
          </a:p>
          <a:p>
            <a:pPr algn="ctr">
              <a:lnSpc>
                <a:spcPts val="3694"/>
              </a:lnSpc>
            </a:pPr>
            <a:r>
              <a:rPr lang="en-US" sz="3452">
                <a:solidFill>
                  <a:srgbClr val="000000"/>
                </a:solidFill>
                <a:latin typeface="Arial MT Pro"/>
                <a:ea typeface="Arial MT Pro"/>
                <a:cs typeface="Arial MT Pro"/>
                <a:sym typeface="Arial MT Pro"/>
              </a:rPr>
              <a:t> Execução</a:t>
            </a:r>
          </a:p>
        </p:txBody>
      </p:sp>
      <p:grpSp>
        <p:nvGrpSpPr>
          <p:cNvPr id="18" name="Group 18"/>
          <p:cNvGrpSpPr/>
          <p:nvPr/>
        </p:nvGrpSpPr>
        <p:grpSpPr>
          <a:xfrm>
            <a:off x="7309280" y="3827917"/>
            <a:ext cx="3849471" cy="2130540"/>
            <a:chOff x="0" y="0"/>
            <a:chExt cx="1288477" cy="713124"/>
          </a:xfrm>
        </p:grpSpPr>
        <p:sp>
          <p:nvSpPr>
            <p:cNvPr id="19" name="Freeform 19"/>
            <p:cNvSpPr/>
            <p:nvPr/>
          </p:nvSpPr>
          <p:spPr>
            <a:xfrm>
              <a:off x="0" y="0"/>
              <a:ext cx="1288477" cy="713124"/>
            </a:xfrm>
            <a:custGeom>
              <a:avLst/>
              <a:gdLst/>
              <a:ahLst/>
              <a:cxnLst/>
              <a:rect l="l" t="t" r="r" b="b"/>
              <a:pathLst>
                <a:path w="1288477" h="713124">
                  <a:moveTo>
                    <a:pt x="0" y="0"/>
                  </a:moveTo>
                  <a:lnTo>
                    <a:pt x="1288477" y="0"/>
                  </a:lnTo>
                  <a:lnTo>
                    <a:pt x="1288477" y="713124"/>
                  </a:lnTo>
                  <a:lnTo>
                    <a:pt x="0" y="713124"/>
                  </a:lnTo>
                  <a:close/>
                </a:path>
              </a:pathLst>
            </a:custGeom>
            <a:ln w="47625" cap="sq">
              <a:solidFill>
                <a:srgbClr val="000000"/>
              </a:solidFill>
              <a:prstDash val="solid"/>
              <a:miter/>
            </a:ln>
          </p:spPr>
          <p:txBody>
            <a:bodyPr/>
            <a:lstStyle/>
            <a:p>
              <a:endParaRPr lang="pt-BR"/>
            </a:p>
          </p:txBody>
        </p:sp>
        <p:sp>
          <p:nvSpPr>
            <p:cNvPr id="20" name="TextBox 20"/>
            <p:cNvSpPr txBox="1"/>
            <p:nvPr/>
          </p:nvSpPr>
          <p:spPr>
            <a:xfrm>
              <a:off x="0" y="-57150"/>
              <a:ext cx="1288477" cy="770274"/>
            </a:xfrm>
            <a:prstGeom prst="rect">
              <a:avLst/>
            </a:prstGeom>
          </p:spPr>
          <p:txBody>
            <a:bodyPr lIns="37279" tIns="37279" rIns="37279" bIns="37279" rtlCol="0" anchor="ctr"/>
            <a:lstStyle/>
            <a:p>
              <a:pPr marL="0" lvl="0" indent="0" algn="ctr">
                <a:lnSpc>
                  <a:spcPts val="1952"/>
                </a:lnSpc>
                <a:spcBef>
                  <a:spcPct val="0"/>
                </a:spcBef>
              </a:pPr>
              <a:endParaRPr/>
            </a:p>
          </p:txBody>
        </p:sp>
      </p:grpSp>
      <p:sp>
        <p:nvSpPr>
          <p:cNvPr id="21" name="TextBox 21"/>
          <p:cNvSpPr txBox="1"/>
          <p:nvPr/>
        </p:nvSpPr>
        <p:spPr>
          <a:xfrm>
            <a:off x="7783797" y="3120314"/>
            <a:ext cx="3059112" cy="523767"/>
          </a:xfrm>
          <a:prstGeom prst="rect">
            <a:avLst/>
          </a:prstGeom>
        </p:spPr>
        <p:txBody>
          <a:bodyPr lIns="0" tIns="0" rIns="0" bIns="0" rtlCol="0" anchor="t">
            <a:spAutoFit/>
          </a:bodyPr>
          <a:lstStyle/>
          <a:p>
            <a:pPr algn="ctr">
              <a:lnSpc>
                <a:spcPts val="3586"/>
              </a:lnSpc>
            </a:pPr>
            <a:r>
              <a:rPr lang="en-US" sz="3351" b="1">
                <a:solidFill>
                  <a:srgbClr val="000000"/>
                </a:solidFill>
                <a:latin typeface="Arial MT Pro Bold"/>
                <a:ea typeface="Arial MT Pro Bold"/>
                <a:cs typeface="Arial MT Pro Bold"/>
                <a:sym typeface="Arial MT Pro Bold"/>
              </a:rPr>
              <a:t>PLANO 2</a:t>
            </a:r>
          </a:p>
        </p:txBody>
      </p:sp>
      <p:sp>
        <p:nvSpPr>
          <p:cNvPr id="22" name="TextBox 22"/>
          <p:cNvSpPr txBox="1"/>
          <p:nvPr/>
        </p:nvSpPr>
        <p:spPr>
          <a:xfrm>
            <a:off x="7716380" y="4429871"/>
            <a:ext cx="3126529" cy="1001830"/>
          </a:xfrm>
          <a:prstGeom prst="rect">
            <a:avLst/>
          </a:prstGeom>
        </p:spPr>
        <p:txBody>
          <a:bodyPr lIns="0" tIns="0" rIns="0" bIns="0" rtlCol="0" anchor="t">
            <a:spAutoFit/>
          </a:bodyPr>
          <a:lstStyle/>
          <a:p>
            <a:pPr algn="ctr">
              <a:lnSpc>
                <a:spcPts val="3694"/>
              </a:lnSpc>
            </a:pPr>
            <a:r>
              <a:rPr lang="en-US" sz="3452">
                <a:solidFill>
                  <a:srgbClr val="000000"/>
                </a:solidFill>
                <a:latin typeface="Arial MT Pro"/>
                <a:ea typeface="Arial MT Pro"/>
                <a:cs typeface="Arial MT Pro"/>
                <a:sym typeface="Arial MT Pro"/>
              </a:rPr>
              <a:t>Custos</a:t>
            </a:r>
          </a:p>
          <a:p>
            <a:pPr algn="ctr">
              <a:lnSpc>
                <a:spcPts val="3694"/>
              </a:lnSpc>
            </a:pPr>
            <a:r>
              <a:rPr lang="en-US" sz="3452">
                <a:solidFill>
                  <a:srgbClr val="000000"/>
                </a:solidFill>
                <a:latin typeface="Arial MT Pro"/>
                <a:ea typeface="Arial MT Pro"/>
                <a:cs typeface="Arial MT Pro"/>
                <a:sym typeface="Arial MT Pro"/>
              </a:rPr>
              <a:t>Operacionais</a:t>
            </a:r>
          </a:p>
        </p:txBody>
      </p:sp>
      <p:grpSp>
        <p:nvGrpSpPr>
          <p:cNvPr id="23" name="Group 23"/>
          <p:cNvGrpSpPr/>
          <p:nvPr/>
        </p:nvGrpSpPr>
        <p:grpSpPr>
          <a:xfrm>
            <a:off x="11342586" y="3827917"/>
            <a:ext cx="3849471" cy="2130540"/>
            <a:chOff x="0" y="0"/>
            <a:chExt cx="1288477" cy="713124"/>
          </a:xfrm>
        </p:grpSpPr>
        <p:sp>
          <p:nvSpPr>
            <p:cNvPr id="24" name="Freeform 24"/>
            <p:cNvSpPr/>
            <p:nvPr/>
          </p:nvSpPr>
          <p:spPr>
            <a:xfrm>
              <a:off x="0" y="0"/>
              <a:ext cx="1288477" cy="713124"/>
            </a:xfrm>
            <a:custGeom>
              <a:avLst/>
              <a:gdLst/>
              <a:ahLst/>
              <a:cxnLst/>
              <a:rect l="l" t="t" r="r" b="b"/>
              <a:pathLst>
                <a:path w="1288477" h="713124">
                  <a:moveTo>
                    <a:pt x="0" y="0"/>
                  </a:moveTo>
                  <a:lnTo>
                    <a:pt x="1288477" y="0"/>
                  </a:lnTo>
                  <a:lnTo>
                    <a:pt x="1288477" y="713124"/>
                  </a:lnTo>
                  <a:lnTo>
                    <a:pt x="0" y="713124"/>
                  </a:lnTo>
                  <a:close/>
                </a:path>
              </a:pathLst>
            </a:custGeom>
            <a:ln w="47625" cap="sq">
              <a:solidFill>
                <a:srgbClr val="000000"/>
              </a:solidFill>
              <a:prstDash val="solid"/>
              <a:miter/>
            </a:ln>
          </p:spPr>
          <p:txBody>
            <a:bodyPr/>
            <a:lstStyle/>
            <a:p>
              <a:endParaRPr lang="pt-BR"/>
            </a:p>
          </p:txBody>
        </p:sp>
        <p:sp>
          <p:nvSpPr>
            <p:cNvPr id="25" name="TextBox 25"/>
            <p:cNvSpPr txBox="1"/>
            <p:nvPr/>
          </p:nvSpPr>
          <p:spPr>
            <a:xfrm>
              <a:off x="0" y="-57150"/>
              <a:ext cx="1288477" cy="770274"/>
            </a:xfrm>
            <a:prstGeom prst="rect">
              <a:avLst/>
            </a:prstGeom>
          </p:spPr>
          <p:txBody>
            <a:bodyPr lIns="37279" tIns="37279" rIns="37279" bIns="37279" rtlCol="0" anchor="ctr"/>
            <a:lstStyle/>
            <a:p>
              <a:pPr marL="0" lvl="0" indent="0" algn="ctr">
                <a:lnSpc>
                  <a:spcPts val="1952"/>
                </a:lnSpc>
                <a:spcBef>
                  <a:spcPct val="0"/>
                </a:spcBef>
              </a:pPr>
              <a:endParaRPr/>
            </a:p>
          </p:txBody>
        </p:sp>
      </p:grpSp>
      <p:sp>
        <p:nvSpPr>
          <p:cNvPr id="26" name="TextBox 26"/>
          <p:cNvSpPr txBox="1"/>
          <p:nvPr/>
        </p:nvSpPr>
        <p:spPr>
          <a:xfrm>
            <a:off x="11817104" y="3120314"/>
            <a:ext cx="3059112" cy="523767"/>
          </a:xfrm>
          <a:prstGeom prst="rect">
            <a:avLst/>
          </a:prstGeom>
        </p:spPr>
        <p:txBody>
          <a:bodyPr lIns="0" tIns="0" rIns="0" bIns="0" rtlCol="0" anchor="t">
            <a:spAutoFit/>
          </a:bodyPr>
          <a:lstStyle/>
          <a:p>
            <a:pPr algn="ctr">
              <a:lnSpc>
                <a:spcPts val="3586"/>
              </a:lnSpc>
            </a:pPr>
            <a:r>
              <a:rPr lang="en-US" sz="3351" b="1">
                <a:solidFill>
                  <a:srgbClr val="000000"/>
                </a:solidFill>
                <a:latin typeface="Arial MT Pro Bold"/>
                <a:ea typeface="Arial MT Pro Bold"/>
                <a:cs typeface="Arial MT Pro Bold"/>
                <a:sym typeface="Arial MT Pro Bold"/>
              </a:rPr>
              <a:t>PLANO 3</a:t>
            </a:r>
          </a:p>
        </p:txBody>
      </p:sp>
      <p:sp>
        <p:nvSpPr>
          <p:cNvPr id="27" name="TextBox 27"/>
          <p:cNvSpPr txBox="1"/>
          <p:nvPr/>
        </p:nvSpPr>
        <p:spPr>
          <a:xfrm>
            <a:off x="11749687" y="4429871"/>
            <a:ext cx="3126529" cy="1001830"/>
          </a:xfrm>
          <a:prstGeom prst="rect">
            <a:avLst/>
          </a:prstGeom>
        </p:spPr>
        <p:txBody>
          <a:bodyPr lIns="0" tIns="0" rIns="0" bIns="0" rtlCol="0" anchor="t">
            <a:spAutoFit/>
          </a:bodyPr>
          <a:lstStyle/>
          <a:p>
            <a:pPr algn="ctr">
              <a:lnSpc>
                <a:spcPts val="3694"/>
              </a:lnSpc>
            </a:pPr>
            <a:r>
              <a:rPr lang="en-US" sz="3452">
                <a:solidFill>
                  <a:srgbClr val="000000"/>
                </a:solidFill>
                <a:latin typeface="Arial MT Pro"/>
                <a:ea typeface="Arial MT Pro"/>
                <a:cs typeface="Arial MT Pro"/>
                <a:sym typeface="Arial MT Pro"/>
              </a:rPr>
              <a:t>Custos</a:t>
            </a:r>
          </a:p>
          <a:p>
            <a:pPr algn="ctr">
              <a:lnSpc>
                <a:spcPts val="3694"/>
              </a:lnSpc>
            </a:pPr>
            <a:r>
              <a:rPr lang="en-US" sz="3452">
                <a:solidFill>
                  <a:srgbClr val="000000"/>
                </a:solidFill>
                <a:latin typeface="Arial MT Pro"/>
                <a:ea typeface="Arial MT Pro"/>
                <a:cs typeface="Arial MT Pro"/>
                <a:sym typeface="Arial MT Pro"/>
              </a:rPr>
              <a:t>Extras</a:t>
            </a:r>
          </a:p>
        </p:txBody>
      </p:sp>
      <p:sp>
        <p:nvSpPr>
          <p:cNvPr id="28" name="TextBox 28"/>
          <p:cNvSpPr txBox="1"/>
          <p:nvPr/>
        </p:nvSpPr>
        <p:spPr>
          <a:xfrm>
            <a:off x="1506668" y="1214110"/>
            <a:ext cx="6933264" cy="1496628"/>
          </a:xfrm>
          <a:prstGeom prst="rect">
            <a:avLst/>
          </a:prstGeom>
        </p:spPr>
        <p:txBody>
          <a:bodyPr lIns="0" tIns="0" rIns="0" bIns="0" rtlCol="0" anchor="t">
            <a:spAutoFit/>
          </a:bodyPr>
          <a:lstStyle/>
          <a:p>
            <a:pPr marL="0" lvl="0" indent="0" algn="l">
              <a:lnSpc>
                <a:spcPts val="9590"/>
              </a:lnSpc>
              <a:spcBef>
                <a:spcPct val="0"/>
              </a:spcBef>
            </a:pPr>
            <a:r>
              <a:rPr lang="en-US" sz="10312" b="1" spc="-721">
                <a:solidFill>
                  <a:srgbClr val="000000"/>
                </a:solidFill>
                <a:latin typeface="Arial MT Pro Bold"/>
                <a:ea typeface="Arial MT Pro Bold"/>
                <a:cs typeface="Arial MT Pro Bold"/>
                <a:sym typeface="Arial MT Pro Bold"/>
              </a:rPr>
              <a:t>Dados</a:t>
            </a:r>
          </a:p>
        </p:txBody>
      </p:sp>
      <p:sp>
        <p:nvSpPr>
          <p:cNvPr id="29" name="AutoShape 29"/>
          <p:cNvSpPr/>
          <p:nvPr/>
        </p:nvSpPr>
        <p:spPr>
          <a:xfrm>
            <a:off x="1315549" y="2494681"/>
            <a:ext cx="6204398" cy="0"/>
          </a:xfrm>
          <a:prstGeom prst="line">
            <a:avLst/>
          </a:prstGeom>
          <a:ln w="38100" cap="rnd">
            <a:solidFill>
              <a:srgbClr val="000000"/>
            </a:solidFill>
            <a:prstDash val="solid"/>
            <a:headEnd type="none" w="sm" len="sm"/>
            <a:tailEnd type="none" w="sm" len="sm"/>
          </a:ln>
        </p:spPr>
        <p:txBody>
          <a:bodyPr/>
          <a:lstStyle/>
          <a:p>
            <a:endParaRPr lang="pt-BR"/>
          </a:p>
        </p:txBody>
      </p:sp>
      <p:grpSp>
        <p:nvGrpSpPr>
          <p:cNvPr id="30" name="Group 30"/>
          <p:cNvGrpSpPr/>
          <p:nvPr/>
        </p:nvGrpSpPr>
        <p:grpSpPr>
          <a:xfrm>
            <a:off x="17393438" y="-569369"/>
            <a:ext cx="1792828" cy="11019359"/>
            <a:chOff x="0" y="0"/>
            <a:chExt cx="472185" cy="2902218"/>
          </a:xfrm>
        </p:grpSpPr>
        <p:sp>
          <p:nvSpPr>
            <p:cNvPr id="31" name="Freeform 31"/>
            <p:cNvSpPr/>
            <p:nvPr/>
          </p:nvSpPr>
          <p:spPr>
            <a:xfrm>
              <a:off x="0" y="0"/>
              <a:ext cx="472185" cy="2902218"/>
            </a:xfrm>
            <a:custGeom>
              <a:avLst/>
              <a:gdLst/>
              <a:ahLst/>
              <a:cxnLst/>
              <a:rect l="l" t="t" r="r" b="b"/>
              <a:pathLst>
                <a:path w="472185" h="2902218">
                  <a:moveTo>
                    <a:pt x="0" y="0"/>
                  </a:moveTo>
                  <a:lnTo>
                    <a:pt x="472185" y="0"/>
                  </a:lnTo>
                  <a:lnTo>
                    <a:pt x="472185" y="2902218"/>
                  </a:lnTo>
                  <a:lnTo>
                    <a:pt x="0" y="2902218"/>
                  </a:lnTo>
                  <a:close/>
                </a:path>
              </a:pathLst>
            </a:custGeom>
            <a:solidFill>
              <a:srgbClr val="000000"/>
            </a:solidFill>
          </p:spPr>
          <p:txBody>
            <a:bodyPr/>
            <a:lstStyle/>
            <a:p>
              <a:endParaRPr lang="pt-BR"/>
            </a:p>
          </p:txBody>
        </p:sp>
        <p:sp>
          <p:nvSpPr>
            <p:cNvPr id="32" name="TextBox 32"/>
            <p:cNvSpPr txBox="1"/>
            <p:nvPr/>
          </p:nvSpPr>
          <p:spPr>
            <a:xfrm>
              <a:off x="0" y="-76200"/>
              <a:ext cx="472185" cy="2978418"/>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spd="med">
    <p:cover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Freeform 3"/>
          <p:cNvSpPr/>
          <p:nvPr/>
        </p:nvSpPr>
        <p:spPr>
          <a:xfrm>
            <a:off x="1152287" y="1882080"/>
            <a:ext cx="2714813" cy="2185226"/>
          </a:xfrm>
          <a:custGeom>
            <a:avLst/>
            <a:gdLst/>
            <a:ahLst/>
            <a:cxnLst/>
            <a:rect l="l" t="t" r="r" b="b"/>
            <a:pathLst>
              <a:path w="2714813" h="2185226">
                <a:moveTo>
                  <a:pt x="0" y="0"/>
                </a:moveTo>
                <a:lnTo>
                  <a:pt x="2714812" y="0"/>
                </a:lnTo>
                <a:lnTo>
                  <a:pt x="2714812" y="2185226"/>
                </a:lnTo>
                <a:lnTo>
                  <a:pt x="0" y="218522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4" name="Freeform 4"/>
          <p:cNvSpPr/>
          <p:nvPr/>
        </p:nvSpPr>
        <p:spPr>
          <a:xfrm rot="-10477754">
            <a:off x="13912687" y="-237062"/>
            <a:ext cx="7062925" cy="7062925"/>
          </a:xfrm>
          <a:custGeom>
            <a:avLst/>
            <a:gdLst/>
            <a:ahLst/>
            <a:cxnLst/>
            <a:rect l="l" t="t" r="r" b="b"/>
            <a:pathLst>
              <a:path w="7062925" h="7062925">
                <a:moveTo>
                  <a:pt x="0" y="0"/>
                </a:moveTo>
                <a:lnTo>
                  <a:pt x="7062925" y="0"/>
                </a:lnTo>
                <a:lnTo>
                  <a:pt x="7062925" y="7062925"/>
                </a:lnTo>
                <a:lnTo>
                  <a:pt x="0" y="706292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5" name="TextBox 5"/>
          <p:cNvSpPr txBox="1"/>
          <p:nvPr/>
        </p:nvSpPr>
        <p:spPr>
          <a:xfrm>
            <a:off x="1152287" y="5231042"/>
            <a:ext cx="15911990" cy="3416083"/>
          </a:xfrm>
          <a:prstGeom prst="rect">
            <a:avLst/>
          </a:prstGeom>
        </p:spPr>
        <p:txBody>
          <a:bodyPr lIns="0" tIns="0" rIns="0" bIns="0" rtlCol="0" anchor="t">
            <a:spAutoFit/>
          </a:bodyPr>
          <a:lstStyle/>
          <a:p>
            <a:pPr marL="0" lvl="0" indent="0" algn="just">
              <a:lnSpc>
                <a:spcPts val="4424"/>
              </a:lnSpc>
            </a:pPr>
            <a:r>
              <a:rPr lang="en-US" sz="3160">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Mauris nisi ligula, rhoncus eget risus blandit, rutrum laoreet lectus. Duis porttitor quam quis libero dapibus suscipit. Integer feugiat bibendum velit, sit amet volutpat libero gravida lobortis. Phasellus ut sodales arcu. Fusce volutpat lacinia nisi sit amet volutpat.</a:t>
            </a:r>
          </a:p>
        </p:txBody>
      </p:sp>
      <p:sp>
        <p:nvSpPr>
          <p:cNvPr id="6" name="TextBox 6"/>
          <p:cNvSpPr txBox="1"/>
          <p:nvPr/>
        </p:nvSpPr>
        <p:spPr>
          <a:xfrm>
            <a:off x="4872920" y="2386495"/>
            <a:ext cx="4850179" cy="1352402"/>
          </a:xfrm>
          <a:prstGeom prst="rect">
            <a:avLst/>
          </a:prstGeom>
        </p:spPr>
        <p:txBody>
          <a:bodyPr lIns="0" tIns="0" rIns="0" bIns="0" rtlCol="0" anchor="t">
            <a:spAutoFit/>
          </a:bodyPr>
          <a:lstStyle/>
          <a:p>
            <a:pPr algn="ctr">
              <a:lnSpc>
                <a:spcPts val="5010"/>
              </a:lnSpc>
            </a:pPr>
            <a:r>
              <a:rPr lang="en-US" sz="4554" b="1">
                <a:solidFill>
                  <a:srgbClr val="000000"/>
                </a:solidFill>
                <a:latin typeface="Arial MT Pro Bold"/>
                <a:ea typeface="Arial MT Pro Bold"/>
                <a:cs typeface="Arial MT Pro Bold"/>
                <a:sym typeface="Arial MT Pro Bold"/>
              </a:rPr>
              <a:t>ETAPAS DE </a:t>
            </a:r>
          </a:p>
          <a:p>
            <a:pPr algn="ctr">
              <a:lnSpc>
                <a:spcPts val="5010"/>
              </a:lnSpc>
            </a:pPr>
            <a:r>
              <a:rPr lang="en-US" sz="4554" b="1">
                <a:solidFill>
                  <a:srgbClr val="000000"/>
                </a:solidFill>
                <a:latin typeface="Arial MT Pro Bold"/>
                <a:ea typeface="Arial MT Pro Bold"/>
                <a:cs typeface="Arial MT Pro Bold"/>
                <a:sym typeface="Arial MT Pro Bold"/>
              </a:rPr>
              <a:t>EXECUÇÃO</a:t>
            </a:r>
          </a:p>
        </p:txBody>
      </p:sp>
      <p:sp>
        <p:nvSpPr>
          <p:cNvPr id="7" name="TextBox 7"/>
          <p:cNvSpPr txBox="1"/>
          <p:nvPr/>
        </p:nvSpPr>
        <p:spPr>
          <a:xfrm>
            <a:off x="10131013" y="1114305"/>
            <a:ext cx="6933264" cy="2706303"/>
          </a:xfrm>
          <a:prstGeom prst="rect">
            <a:avLst/>
          </a:prstGeom>
        </p:spPr>
        <p:txBody>
          <a:bodyPr lIns="0" tIns="0" rIns="0" bIns="0" rtlCol="0" anchor="t">
            <a:spAutoFit/>
          </a:bodyPr>
          <a:lstStyle/>
          <a:p>
            <a:pPr marL="0" lvl="0" indent="0" algn="r">
              <a:lnSpc>
                <a:spcPts val="9590"/>
              </a:lnSpc>
              <a:spcBef>
                <a:spcPct val="0"/>
              </a:spcBef>
            </a:pPr>
            <a:r>
              <a:rPr lang="en-US" sz="10312" b="1" spc="-721">
                <a:solidFill>
                  <a:srgbClr val="000000"/>
                </a:solidFill>
                <a:latin typeface="Arial MT Pro Bold"/>
                <a:ea typeface="Arial MT Pro Bold"/>
                <a:cs typeface="Arial MT Pro Bold"/>
                <a:sym typeface="Arial MT Pro Bold"/>
              </a:rPr>
              <a:t>Recursos Humanos</a:t>
            </a:r>
          </a:p>
        </p:txBody>
      </p:sp>
      <p:sp>
        <p:nvSpPr>
          <p:cNvPr id="8" name="AutoShape 8"/>
          <p:cNvSpPr/>
          <p:nvPr/>
        </p:nvSpPr>
        <p:spPr>
          <a:xfrm>
            <a:off x="10728919" y="3571103"/>
            <a:ext cx="6204398" cy="0"/>
          </a:xfrm>
          <a:prstGeom prst="line">
            <a:avLst/>
          </a:prstGeom>
          <a:ln w="38100" cap="rnd">
            <a:solidFill>
              <a:srgbClr val="000000"/>
            </a:solidFill>
            <a:prstDash val="solid"/>
            <a:headEnd type="none" w="sm" len="sm"/>
            <a:tailEnd type="none" w="sm" len="sm"/>
          </a:ln>
        </p:spPr>
        <p:txBody>
          <a:bodyPr/>
          <a:lstStyle/>
          <a:p>
            <a:endParaRPr lang="pt-BR"/>
          </a:p>
        </p:txBody>
      </p:sp>
    </p:spTree>
  </p:cSld>
  <p:clrMapOvr>
    <a:masterClrMapping/>
  </p:clrMapOvr>
  <p:transition spd="med">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TextBox 3"/>
          <p:cNvSpPr txBox="1"/>
          <p:nvPr/>
        </p:nvSpPr>
        <p:spPr>
          <a:xfrm>
            <a:off x="2147107" y="4007253"/>
            <a:ext cx="13271439" cy="4622599"/>
          </a:xfrm>
          <a:prstGeom prst="rect">
            <a:avLst/>
          </a:prstGeom>
        </p:spPr>
        <p:txBody>
          <a:bodyPr lIns="0" tIns="0" rIns="0" bIns="0" rtlCol="0" anchor="t">
            <a:spAutoFit/>
          </a:bodyPr>
          <a:lstStyle/>
          <a:p>
            <a:pPr marL="0" lvl="0" indent="0" algn="ctr">
              <a:lnSpc>
                <a:spcPts val="4561"/>
              </a:lnSpc>
            </a:pPr>
            <a:r>
              <a:rPr lang="en-US" sz="3257">
                <a:solidFill>
                  <a:srgbClr val="000000"/>
                </a:solidFill>
                <a:latin typeface="Arial MT Pro"/>
                <a:ea typeface="Arial MT Pro"/>
                <a:cs typeface="Arial MT Pro"/>
                <a:sym typeface="Arial MT Pro"/>
              </a:rPr>
              <a:t>Lorem ipsum dolor sit amet, consectetur adipiscing elit. Suspendisse laoreet dolor sapien, ac volutpat diam faucibus sed. Maecenas imperdiet viverra risus, pharetra mattis lectus vestibulum vel. Donec sollicitudin dolor vel urna rutrum mattis. Mauris nisi ligula, rhoncus eget risus blandit, rutrum laoreet lectus. Duis porttitor quam quis libero dapibus suscipit. Integer feugiat bibendum velit, sit amet volutpat libero gravida lobortis. Phasellus ut sodales arcu. Fusce volutpat lacinia nisi sit amet volutpat.</a:t>
            </a:r>
          </a:p>
        </p:txBody>
      </p:sp>
      <p:sp>
        <p:nvSpPr>
          <p:cNvPr id="4" name="TextBox 4"/>
          <p:cNvSpPr txBox="1"/>
          <p:nvPr/>
        </p:nvSpPr>
        <p:spPr>
          <a:xfrm>
            <a:off x="5155090" y="3056888"/>
            <a:ext cx="7512867" cy="590257"/>
          </a:xfrm>
          <a:prstGeom prst="rect">
            <a:avLst/>
          </a:prstGeom>
        </p:spPr>
        <p:txBody>
          <a:bodyPr lIns="0" tIns="0" rIns="0" bIns="0" rtlCol="0" anchor="t">
            <a:spAutoFit/>
          </a:bodyPr>
          <a:lstStyle/>
          <a:p>
            <a:pPr algn="ctr">
              <a:lnSpc>
                <a:spcPts val="4099"/>
              </a:lnSpc>
            </a:pPr>
            <a:r>
              <a:rPr lang="en-US" sz="3726" b="1">
                <a:solidFill>
                  <a:srgbClr val="000000"/>
                </a:solidFill>
                <a:latin typeface="Arial MT Pro Bold"/>
                <a:ea typeface="Arial MT Pro Bold"/>
                <a:cs typeface="Arial MT Pro Bold"/>
                <a:sym typeface="Arial MT Pro Bold"/>
              </a:rPr>
              <a:t>CONSIDERAÇÕES FINAIS</a:t>
            </a:r>
          </a:p>
        </p:txBody>
      </p:sp>
      <p:sp>
        <p:nvSpPr>
          <p:cNvPr id="5" name="Freeform 5"/>
          <p:cNvSpPr/>
          <p:nvPr/>
        </p:nvSpPr>
        <p:spPr>
          <a:xfrm rot="-10477754">
            <a:off x="13912687" y="-237062"/>
            <a:ext cx="7062925" cy="7062925"/>
          </a:xfrm>
          <a:custGeom>
            <a:avLst/>
            <a:gdLst/>
            <a:ahLst/>
            <a:cxnLst/>
            <a:rect l="l" t="t" r="r" b="b"/>
            <a:pathLst>
              <a:path w="7062925" h="7062925">
                <a:moveTo>
                  <a:pt x="0" y="0"/>
                </a:moveTo>
                <a:lnTo>
                  <a:pt x="7062925" y="0"/>
                </a:lnTo>
                <a:lnTo>
                  <a:pt x="7062925" y="7062925"/>
                </a:lnTo>
                <a:lnTo>
                  <a:pt x="0" y="706292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6" name="Freeform 6"/>
          <p:cNvSpPr/>
          <p:nvPr/>
        </p:nvSpPr>
        <p:spPr>
          <a:xfrm>
            <a:off x="13835972" y="1028700"/>
            <a:ext cx="2568170" cy="2568170"/>
          </a:xfrm>
          <a:custGeom>
            <a:avLst/>
            <a:gdLst/>
            <a:ahLst/>
            <a:cxnLst/>
            <a:rect l="l" t="t" r="r" b="b"/>
            <a:pathLst>
              <a:path w="2568170" h="2568170">
                <a:moveTo>
                  <a:pt x="0" y="0"/>
                </a:moveTo>
                <a:lnTo>
                  <a:pt x="2568170" y="0"/>
                </a:lnTo>
                <a:lnTo>
                  <a:pt x="2568170" y="2568170"/>
                </a:lnTo>
                <a:lnTo>
                  <a:pt x="0" y="256817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7" name="TextBox 7"/>
          <p:cNvSpPr txBox="1"/>
          <p:nvPr/>
        </p:nvSpPr>
        <p:spPr>
          <a:xfrm>
            <a:off x="1978260" y="1095375"/>
            <a:ext cx="6933264" cy="1496628"/>
          </a:xfrm>
          <a:prstGeom prst="rect">
            <a:avLst/>
          </a:prstGeom>
        </p:spPr>
        <p:txBody>
          <a:bodyPr lIns="0" tIns="0" rIns="0" bIns="0" rtlCol="0" anchor="t">
            <a:spAutoFit/>
          </a:bodyPr>
          <a:lstStyle/>
          <a:p>
            <a:pPr marL="0" lvl="0" indent="0" algn="l">
              <a:lnSpc>
                <a:spcPts val="9590"/>
              </a:lnSpc>
              <a:spcBef>
                <a:spcPct val="0"/>
              </a:spcBef>
            </a:pPr>
            <a:r>
              <a:rPr lang="en-US" sz="10312" b="1" spc="-721">
                <a:solidFill>
                  <a:srgbClr val="000000"/>
                </a:solidFill>
                <a:latin typeface="Arial MT Pro Bold"/>
                <a:ea typeface="Arial MT Pro Bold"/>
                <a:cs typeface="Arial MT Pro Bold"/>
                <a:sym typeface="Arial MT Pro Bold"/>
              </a:rPr>
              <a:t>Conclusão</a:t>
            </a:r>
          </a:p>
        </p:txBody>
      </p:sp>
      <p:sp>
        <p:nvSpPr>
          <p:cNvPr id="8" name="AutoShape 8"/>
          <p:cNvSpPr/>
          <p:nvPr/>
        </p:nvSpPr>
        <p:spPr>
          <a:xfrm>
            <a:off x="1787141" y="2375946"/>
            <a:ext cx="6204398" cy="0"/>
          </a:xfrm>
          <a:prstGeom prst="line">
            <a:avLst/>
          </a:prstGeom>
          <a:ln w="38100" cap="rnd">
            <a:solidFill>
              <a:srgbClr val="000000"/>
            </a:solidFill>
            <a:prstDash val="solid"/>
            <a:headEnd type="none" w="sm" len="sm"/>
            <a:tailEnd type="none" w="sm" len="sm"/>
          </a:ln>
        </p:spPr>
        <p:txBody>
          <a:bodyPr/>
          <a:lstStyle/>
          <a:p>
            <a:endParaRPr lang="pt-BR"/>
          </a:p>
        </p:txBody>
      </p:sp>
    </p:spTree>
  </p:cSld>
  <p:clrMapOvr>
    <a:masterClrMapping/>
  </p:clrMapOvr>
  <p:transition spd="med">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pt-BR"/>
          </a:p>
        </p:txBody>
      </p:sp>
      <p:sp>
        <p:nvSpPr>
          <p:cNvPr id="3" name="Freeform 3"/>
          <p:cNvSpPr/>
          <p:nvPr/>
        </p:nvSpPr>
        <p:spPr>
          <a:xfrm rot="-329443">
            <a:off x="1216825" y="682326"/>
            <a:ext cx="3251928" cy="3251928"/>
          </a:xfrm>
          <a:custGeom>
            <a:avLst/>
            <a:gdLst/>
            <a:ahLst/>
            <a:cxnLst/>
            <a:rect l="l" t="t" r="r" b="b"/>
            <a:pathLst>
              <a:path w="3251928" h="3251928">
                <a:moveTo>
                  <a:pt x="0" y="0"/>
                </a:moveTo>
                <a:lnTo>
                  <a:pt x="3251928" y="0"/>
                </a:lnTo>
                <a:lnTo>
                  <a:pt x="3251928" y="3251928"/>
                </a:lnTo>
                <a:lnTo>
                  <a:pt x="0" y="32519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4" name="TextBox 4"/>
          <p:cNvSpPr txBox="1"/>
          <p:nvPr/>
        </p:nvSpPr>
        <p:spPr>
          <a:xfrm>
            <a:off x="6109369" y="4380149"/>
            <a:ext cx="10928700" cy="506980"/>
          </a:xfrm>
          <a:prstGeom prst="rect">
            <a:avLst/>
          </a:prstGeom>
        </p:spPr>
        <p:txBody>
          <a:bodyPr lIns="0" tIns="0" rIns="0" bIns="0" rtlCol="0" anchor="t">
            <a:spAutoFit/>
          </a:bodyPr>
          <a:lstStyle/>
          <a:p>
            <a:pPr algn="l">
              <a:lnSpc>
                <a:spcPts val="3486"/>
              </a:lnSpc>
            </a:pPr>
            <a:r>
              <a:rPr lang="en-US" sz="3169">
                <a:solidFill>
                  <a:srgbClr val="000000"/>
                </a:solidFill>
                <a:latin typeface="Arial MT Pro"/>
                <a:ea typeface="Arial MT Pro"/>
                <a:cs typeface="Arial MT Pro"/>
                <a:sym typeface="Arial MT Pro"/>
              </a:rPr>
              <a:t>www.grandesite.com.br</a:t>
            </a:r>
          </a:p>
        </p:txBody>
      </p:sp>
      <p:sp>
        <p:nvSpPr>
          <p:cNvPr id="5" name="TextBox 5"/>
          <p:cNvSpPr txBox="1"/>
          <p:nvPr/>
        </p:nvSpPr>
        <p:spPr>
          <a:xfrm>
            <a:off x="6109369" y="3814596"/>
            <a:ext cx="9755934" cy="506980"/>
          </a:xfrm>
          <a:prstGeom prst="rect">
            <a:avLst/>
          </a:prstGeom>
        </p:spPr>
        <p:txBody>
          <a:bodyPr lIns="0" tIns="0" rIns="0" bIns="0" rtlCol="0" anchor="t">
            <a:spAutoFit/>
          </a:bodyPr>
          <a:lstStyle/>
          <a:p>
            <a:pPr algn="l">
              <a:lnSpc>
                <a:spcPts val="3486"/>
              </a:lnSpc>
            </a:pPr>
            <a:r>
              <a:rPr lang="en-US" sz="3169" b="1">
                <a:solidFill>
                  <a:srgbClr val="000000"/>
                </a:solidFill>
                <a:latin typeface="Arial MT Pro Bold"/>
                <a:ea typeface="Arial MT Pro Bold"/>
                <a:cs typeface="Arial MT Pro Bold"/>
                <a:sym typeface="Arial MT Pro Bold"/>
              </a:rPr>
              <a:t>Pesquisa de Livro</a:t>
            </a:r>
          </a:p>
        </p:txBody>
      </p:sp>
      <p:sp>
        <p:nvSpPr>
          <p:cNvPr id="6" name="TextBox 6"/>
          <p:cNvSpPr txBox="1"/>
          <p:nvPr/>
        </p:nvSpPr>
        <p:spPr>
          <a:xfrm>
            <a:off x="6109369" y="5837206"/>
            <a:ext cx="10928700" cy="506980"/>
          </a:xfrm>
          <a:prstGeom prst="rect">
            <a:avLst/>
          </a:prstGeom>
        </p:spPr>
        <p:txBody>
          <a:bodyPr lIns="0" tIns="0" rIns="0" bIns="0" rtlCol="0" anchor="t">
            <a:spAutoFit/>
          </a:bodyPr>
          <a:lstStyle/>
          <a:p>
            <a:pPr algn="l">
              <a:lnSpc>
                <a:spcPts val="3486"/>
              </a:lnSpc>
            </a:pPr>
            <a:r>
              <a:rPr lang="en-US" sz="3169">
                <a:solidFill>
                  <a:srgbClr val="000000"/>
                </a:solidFill>
                <a:latin typeface="Arial MT Pro"/>
                <a:ea typeface="Arial MT Pro"/>
                <a:cs typeface="Arial MT Pro"/>
                <a:sym typeface="Arial MT Pro"/>
              </a:rPr>
              <a:t>www.grandesite.com.br</a:t>
            </a:r>
          </a:p>
        </p:txBody>
      </p:sp>
      <p:sp>
        <p:nvSpPr>
          <p:cNvPr id="7" name="TextBox 7"/>
          <p:cNvSpPr txBox="1"/>
          <p:nvPr/>
        </p:nvSpPr>
        <p:spPr>
          <a:xfrm>
            <a:off x="6109369" y="5271653"/>
            <a:ext cx="9755934" cy="506980"/>
          </a:xfrm>
          <a:prstGeom prst="rect">
            <a:avLst/>
          </a:prstGeom>
        </p:spPr>
        <p:txBody>
          <a:bodyPr lIns="0" tIns="0" rIns="0" bIns="0" rtlCol="0" anchor="t">
            <a:spAutoFit/>
          </a:bodyPr>
          <a:lstStyle/>
          <a:p>
            <a:pPr marL="0" lvl="1" indent="0" algn="l">
              <a:lnSpc>
                <a:spcPts val="3486"/>
              </a:lnSpc>
              <a:spcBef>
                <a:spcPct val="0"/>
              </a:spcBef>
            </a:pPr>
            <a:r>
              <a:rPr lang="en-US" sz="3169" b="1" u="none" strike="noStrike">
                <a:solidFill>
                  <a:srgbClr val="000000"/>
                </a:solidFill>
                <a:latin typeface="Arial MT Pro Bold"/>
                <a:ea typeface="Arial MT Pro Bold"/>
                <a:cs typeface="Arial MT Pro Bold"/>
                <a:sym typeface="Arial MT Pro Bold"/>
              </a:rPr>
              <a:t>Pesquisa de Site</a:t>
            </a:r>
          </a:p>
        </p:txBody>
      </p:sp>
      <p:sp>
        <p:nvSpPr>
          <p:cNvPr id="8" name="TextBox 8"/>
          <p:cNvSpPr txBox="1"/>
          <p:nvPr/>
        </p:nvSpPr>
        <p:spPr>
          <a:xfrm>
            <a:off x="6109369" y="7294263"/>
            <a:ext cx="10928700" cy="506980"/>
          </a:xfrm>
          <a:prstGeom prst="rect">
            <a:avLst/>
          </a:prstGeom>
        </p:spPr>
        <p:txBody>
          <a:bodyPr lIns="0" tIns="0" rIns="0" bIns="0" rtlCol="0" anchor="t">
            <a:spAutoFit/>
          </a:bodyPr>
          <a:lstStyle/>
          <a:p>
            <a:pPr algn="l">
              <a:lnSpc>
                <a:spcPts val="3486"/>
              </a:lnSpc>
            </a:pPr>
            <a:r>
              <a:rPr lang="en-US" sz="3169">
                <a:solidFill>
                  <a:srgbClr val="000000"/>
                </a:solidFill>
                <a:latin typeface="Arial MT Pro"/>
                <a:ea typeface="Arial MT Pro"/>
                <a:cs typeface="Arial MT Pro"/>
                <a:sym typeface="Arial MT Pro"/>
              </a:rPr>
              <a:t>www.grandesite.com.br</a:t>
            </a:r>
          </a:p>
        </p:txBody>
      </p:sp>
      <p:sp>
        <p:nvSpPr>
          <p:cNvPr id="9" name="TextBox 9"/>
          <p:cNvSpPr txBox="1"/>
          <p:nvPr/>
        </p:nvSpPr>
        <p:spPr>
          <a:xfrm>
            <a:off x="6109369" y="6728710"/>
            <a:ext cx="9755934" cy="506980"/>
          </a:xfrm>
          <a:prstGeom prst="rect">
            <a:avLst/>
          </a:prstGeom>
        </p:spPr>
        <p:txBody>
          <a:bodyPr lIns="0" tIns="0" rIns="0" bIns="0" rtlCol="0" anchor="t">
            <a:spAutoFit/>
          </a:bodyPr>
          <a:lstStyle/>
          <a:p>
            <a:pPr marL="0" lvl="1" indent="0" algn="l">
              <a:lnSpc>
                <a:spcPts val="3486"/>
              </a:lnSpc>
              <a:spcBef>
                <a:spcPct val="0"/>
              </a:spcBef>
            </a:pPr>
            <a:r>
              <a:rPr lang="en-US" sz="3169" b="1" u="none" strike="noStrike">
                <a:solidFill>
                  <a:srgbClr val="000000"/>
                </a:solidFill>
                <a:latin typeface="Arial MT Pro Bold"/>
                <a:ea typeface="Arial MT Pro Bold"/>
                <a:cs typeface="Arial MT Pro Bold"/>
                <a:sym typeface="Arial MT Pro Bold"/>
              </a:rPr>
              <a:t>Pesquisa Livro</a:t>
            </a:r>
          </a:p>
        </p:txBody>
      </p:sp>
      <p:sp>
        <p:nvSpPr>
          <p:cNvPr id="10" name="TextBox 10"/>
          <p:cNvSpPr txBox="1"/>
          <p:nvPr/>
        </p:nvSpPr>
        <p:spPr>
          <a:xfrm>
            <a:off x="6109369" y="8751320"/>
            <a:ext cx="10928700" cy="506980"/>
          </a:xfrm>
          <a:prstGeom prst="rect">
            <a:avLst/>
          </a:prstGeom>
        </p:spPr>
        <p:txBody>
          <a:bodyPr lIns="0" tIns="0" rIns="0" bIns="0" rtlCol="0" anchor="t">
            <a:spAutoFit/>
          </a:bodyPr>
          <a:lstStyle/>
          <a:p>
            <a:pPr algn="l">
              <a:lnSpc>
                <a:spcPts val="3486"/>
              </a:lnSpc>
            </a:pPr>
            <a:r>
              <a:rPr lang="en-US" sz="3169">
                <a:solidFill>
                  <a:srgbClr val="000000"/>
                </a:solidFill>
                <a:latin typeface="Arial MT Pro"/>
                <a:ea typeface="Arial MT Pro"/>
                <a:cs typeface="Arial MT Pro"/>
                <a:sym typeface="Arial MT Pro"/>
              </a:rPr>
              <a:t>www.grandesite.com.br</a:t>
            </a:r>
          </a:p>
        </p:txBody>
      </p:sp>
      <p:sp>
        <p:nvSpPr>
          <p:cNvPr id="11" name="TextBox 11"/>
          <p:cNvSpPr txBox="1"/>
          <p:nvPr/>
        </p:nvSpPr>
        <p:spPr>
          <a:xfrm>
            <a:off x="6109369" y="8185767"/>
            <a:ext cx="9755934" cy="506980"/>
          </a:xfrm>
          <a:prstGeom prst="rect">
            <a:avLst/>
          </a:prstGeom>
        </p:spPr>
        <p:txBody>
          <a:bodyPr lIns="0" tIns="0" rIns="0" bIns="0" rtlCol="0" anchor="t">
            <a:spAutoFit/>
          </a:bodyPr>
          <a:lstStyle/>
          <a:p>
            <a:pPr marL="0" lvl="1" indent="0" algn="l">
              <a:lnSpc>
                <a:spcPts val="3486"/>
              </a:lnSpc>
              <a:spcBef>
                <a:spcPct val="0"/>
              </a:spcBef>
            </a:pPr>
            <a:r>
              <a:rPr lang="en-US" sz="3169" b="1" u="none" strike="noStrike">
                <a:solidFill>
                  <a:srgbClr val="000000"/>
                </a:solidFill>
                <a:latin typeface="Arial MT Pro Bold"/>
                <a:ea typeface="Arial MT Pro Bold"/>
                <a:cs typeface="Arial MT Pro Bold"/>
                <a:sym typeface="Arial MT Pro Bold"/>
              </a:rPr>
              <a:t>Pesquisa da Escola</a:t>
            </a:r>
          </a:p>
        </p:txBody>
      </p:sp>
      <p:sp>
        <p:nvSpPr>
          <p:cNvPr id="12" name="Freeform 12"/>
          <p:cNvSpPr/>
          <p:nvPr/>
        </p:nvSpPr>
        <p:spPr>
          <a:xfrm>
            <a:off x="5007397" y="3666571"/>
            <a:ext cx="707209" cy="655006"/>
          </a:xfrm>
          <a:custGeom>
            <a:avLst/>
            <a:gdLst/>
            <a:ahLst/>
            <a:cxnLst/>
            <a:rect l="l" t="t" r="r" b="b"/>
            <a:pathLst>
              <a:path w="707209" h="655006">
                <a:moveTo>
                  <a:pt x="0" y="0"/>
                </a:moveTo>
                <a:lnTo>
                  <a:pt x="707209" y="0"/>
                </a:lnTo>
                <a:lnTo>
                  <a:pt x="707209" y="655005"/>
                </a:lnTo>
                <a:lnTo>
                  <a:pt x="0" y="6550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13" name="Freeform 13"/>
          <p:cNvSpPr/>
          <p:nvPr/>
        </p:nvSpPr>
        <p:spPr>
          <a:xfrm>
            <a:off x="5007397" y="5187385"/>
            <a:ext cx="707209" cy="655006"/>
          </a:xfrm>
          <a:custGeom>
            <a:avLst/>
            <a:gdLst/>
            <a:ahLst/>
            <a:cxnLst/>
            <a:rect l="l" t="t" r="r" b="b"/>
            <a:pathLst>
              <a:path w="707209" h="655006">
                <a:moveTo>
                  <a:pt x="0" y="0"/>
                </a:moveTo>
                <a:lnTo>
                  <a:pt x="707209" y="0"/>
                </a:lnTo>
                <a:lnTo>
                  <a:pt x="707209" y="655006"/>
                </a:lnTo>
                <a:lnTo>
                  <a:pt x="0" y="6550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14" name="Freeform 14"/>
          <p:cNvSpPr/>
          <p:nvPr/>
        </p:nvSpPr>
        <p:spPr>
          <a:xfrm>
            <a:off x="5007397" y="6708200"/>
            <a:ext cx="707209" cy="655006"/>
          </a:xfrm>
          <a:custGeom>
            <a:avLst/>
            <a:gdLst/>
            <a:ahLst/>
            <a:cxnLst/>
            <a:rect l="l" t="t" r="r" b="b"/>
            <a:pathLst>
              <a:path w="707209" h="655006">
                <a:moveTo>
                  <a:pt x="0" y="0"/>
                </a:moveTo>
                <a:lnTo>
                  <a:pt x="707209" y="0"/>
                </a:lnTo>
                <a:lnTo>
                  <a:pt x="707209" y="655005"/>
                </a:lnTo>
                <a:lnTo>
                  <a:pt x="0" y="6550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15" name="Freeform 15"/>
          <p:cNvSpPr/>
          <p:nvPr/>
        </p:nvSpPr>
        <p:spPr>
          <a:xfrm>
            <a:off x="5007397" y="8229014"/>
            <a:ext cx="707209" cy="655006"/>
          </a:xfrm>
          <a:custGeom>
            <a:avLst/>
            <a:gdLst/>
            <a:ahLst/>
            <a:cxnLst/>
            <a:rect l="l" t="t" r="r" b="b"/>
            <a:pathLst>
              <a:path w="707209" h="655006">
                <a:moveTo>
                  <a:pt x="0" y="0"/>
                </a:moveTo>
                <a:lnTo>
                  <a:pt x="707209" y="0"/>
                </a:lnTo>
                <a:lnTo>
                  <a:pt x="707209" y="655006"/>
                </a:lnTo>
                <a:lnTo>
                  <a:pt x="0" y="6550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16" name="TextBox 16"/>
          <p:cNvSpPr txBox="1"/>
          <p:nvPr/>
        </p:nvSpPr>
        <p:spPr>
          <a:xfrm>
            <a:off x="5361002" y="865506"/>
            <a:ext cx="6842976" cy="2391489"/>
          </a:xfrm>
          <a:prstGeom prst="rect">
            <a:avLst/>
          </a:prstGeom>
        </p:spPr>
        <p:txBody>
          <a:bodyPr lIns="0" tIns="0" rIns="0" bIns="0" rtlCol="0" anchor="t">
            <a:spAutoFit/>
          </a:bodyPr>
          <a:lstStyle/>
          <a:p>
            <a:pPr algn="l">
              <a:lnSpc>
                <a:spcPts val="8469"/>
              </a:lnSpc>
            </a:pPr>
            <a:r>
              <a:rPr lang="en-US" sz="9106" b="1" spc="-637">
                <a:solidFill>
                  <a:srgbClr val="000000"/>
                </a:solidFill>
                <a:latin typeface="Arial MT Pro Bold"/>
                <a:ea typeface="Arial MT Pro Bold"/>
                <a:cs typeface="Arial MT Pro Bold"/>
                <a:sym typeface="Arial MT Pro Bold"/>
              </a:rPr>
              <a:t>Pesquisas bibliográficas</a:t>
            </a:r>
          </a:p>
        </p:txBody>
      </p:sp>
      <p:grpSp>
        <p:nvGrpSpPr>
          <p:cNvPr id="17" name="Group 17"/>
          <p:cNvGrpSpPr/>
          <p:nvPr/>
        </p:nvGrpSpPr>
        <p:grpSpPr>
          <a:xfrm>
            <a:off x="-764128" y="-548696"/>
            <a:ext cx="1792828" cy="11019359"/>
            <a:chOff x="0" y="0"/>
            <a:chExt cx="472185" cy="2902218"/>
          </a:xfrm>
        </p:grpSpPr>
        <p:sp>
          <p:nvSpPr>
            <p:cNvPr id="18" name="Freeform 18"/>
            <p:cNvSpPr/>
            <p:nvPr/>
          </p:nvSpPr>
          <p:spPr>
            <a:xfrm>
              <a:off x="0" y="0"/>
              <a:ext cx="472185" cy="2902218"/>
            </a:xfrm>
            <a:custGeom>
              <a:avLst/>
              <a:gdLst/>
              <a:ahLst/>
              <a:cxnLst/>
              <a:rect l="l" t="t" r="r" b="b"/>
              <a:pathLst>
                <a:path w="472185" h="2902218">
                  <a:moveTo>
                    <a:pt x="0" y="0"/>
                  </a:moveTo>
                  <a:lnTo>
                    <a:pt x="472185" y="0"/>
                  </a:lnTo>
                  <a:lnTo>
                    <a:pt x="472185" y="2902218"/>
                  </a:lnTo>
                  <a:lnTo>
                    <a:pt x="0" y="2902218"/>
                  </a:lnTo>
                  <a:close/>
                </a:path>
              </a:pathLst>
            </a:custGeom>
            <a:solidFill>
              <a:srgbClr val="000000"/>
            </a:solidFill>
          </p:spPr>
          <p:txBody>
            <a:bodyPr/>
            <a:lstStyle/>
            <a:p>
              <a:endParaRPr lang="pt-BR"/>
            </a:p>
          </p:txBody>
        </p:sp>
        <p:sp>
          <p:nvSpPr>
            <p:cNvPr id="19" name="TextBox 19"/>
            <p:cNvSpPr txBox="1"/>
            <p:nvPr/>
          </p:nvSpPr>
          <p:spPr>
            <a:xfrm>
              <a:off x="0" y="-76200"/>
              <a:ext cx="472185" cy="2978418"/>
            </a:xfrm>
            <a:prstGeom prst="rect">
              <a:avLst/>
            </a:prstGeom>
          </p:spPr>
          <p:txBody>
            <a:bodyPr lIns="50800" tIns="50800" rIns="50800" bIns="50800" rtlCol="0" anchor="ctr"/>
            <a:lstStyle/>
            <a:p>
              <a:pPr algn="ctr">
                <a:lnSpc>
                  <a:spcPts val="2659"/>
                </a:lnSpc>
              </a:pPr>
              <a:endParaRPr/>
            </a:p>
          </p:txBody>
        </p:sp>
      </p:grpSp>
    </p:spTree>
  </p:cSld>
  <p:clrMapOvr>
    <a:masterClrMapping/>
  </p:clrMapOvr>
  <p:transition spd="med">
    <p:cover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688</Words>
  <Application>Microsoft Office PowerPoint</Application>
  <PresentationFormat>Personalizar</PresentationFormat>
  <Paragraphs>71</Paragraphs>
  <Slides>10</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10</vt:i4>
      </vt:variant>
    </vt:vector>
  </HeadingPairs>
  <TitlesOfParts>
    <vt:vector size="15" baseType="lpstr">
      <vt:lpstr>Calibri</vt:lpstr>
      <vt:lpstr>Arial MT Pro Bold</vt:lpstr>
      <vt:lpstr>Arial</vt:lpstr>
      <vt:lpstr>Arial MT Pro</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Trabalho de conclusão de curso faculdade moderno gradiente azul branco apresentação</dc:title>
  <cp:lastModifiedBy>Maycon Rodrigues Rosa</cp:lastModifiedBy>
  <cp:revision>1</cp:revision>
  <dcterms:created xsi:type="dcterms:W3CDTF">2006-08-16T00:00:00Z</dcterms:created>
  <dcterms:modified xsi:type="dcterms:W3CDTF">2026-04-13T12:47:23Z</dcterms:modified>
  <dc:identifier>DAHGvGheQx4</dc:identifier>
</cp:coreProperties>
</file>